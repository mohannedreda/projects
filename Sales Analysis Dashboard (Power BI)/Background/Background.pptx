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13"/>
  </p:notesMasterIdLst>
  <p:sldIdLst>
    <p:sldId id="395" r:id="rId2"/>
    <p:sldId id="401" r:id="rId3"/>
    <p:sldId id="402" r:id="rId4"/>
    <p:sldId id="400" r:id="rId5"/>
    <p:sldId id="398" r:id="rId6"/>
    <p:sldId id="403" r:id="rId7"/>
    <p:sldId id="404" r:id="rId8"/>
    <p:sldId id="405" r:id="rId9"/>
    <p:sldId id="397" r:id="rId10"/>
    <p:sldId id="392" r:id="rId11"/>
    <p:sldId id="288" r:id="rId1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Vitor Malschitzky" initials="VM" lastIdx="15" clrIdx="0">
    <p:extLst>
      <p:ext uri="{19B8F6BF-5375-455C-9EA6-DF929625EA0E}">
        <p15:presenceInfo xmlns:p15="http://schemas.microsoft.com/office/powerpoint/2012/main" userId="8cc8eb146c14c069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24EEE"/>
    <a:srgbClr val="F24E2B"/>
    <a:srgbClr val="02C3A8"/>
    <a:srgbClr val="363758"/>
    <a:srgbClr val="2E2E48"/>
    <a:srgbClr val="B8B0DC"/>
    <a:srgbClr val="2F3239"/>
    <a:srgbClr val="181C1F"/>
    <a:srgbClr val="22252C"/>
    <a:srgbClr val="F6F6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FDCD0C2-651F-48EB-9014-B477B62D2459}" v="33" dt="2020-06-16T18:32:45.31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610" autoAdjust="0"/>
    <p:restoredTop sz="94660"/>
  </p:normalViewPr>
  <p:slideViewPr>
    <p:cSldViewPr snapToGrid="0">
      <p:cViewPr varScale="1">
        <p:scale>
          <a:sx n="83" d="100"/>
          <a:sy n="83" d="100"/>
        </p:scale>
        <p:origin x="706" y="1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commentAuthors" Target="comment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cardo Neves" userId="c57c9de82bfc8463" providerId="LiveId" clId="{DD3D527B-9ACB-4DFB-8021-47D6AD89198C}"/>
    <pc:docChg chg="undo custSel addSld modSld">
      <pc:chgData name="Ricardo Neves" userId="c57c9de82bfc8463" providerId="LiveId" clId="{DD3D527B-9ACB-4DFB-8021-47D6AD89198C}" dt="2020-05-29T13:03:20.311" v="1232" actId="478"/>
      <pc:docMkLst>
        <pc:docMk/>
      </pc:docMkLst>
      <pc:sldChg chg="addSp delSp modSp new mod">
        <pc:chgData name="Ricardo Neves" userId="c57c9de82bfc8463" providerId="LiveId" clId="{DD3D527B-9ACB-4DFB-8021-47D6AD89198C}" dt="2020-05-29T12:08:06.409" v="409" actId="478"/>
        <pc:sldMkLst>
          <pc:docMk/>
          <pc:sldMk cId="331609165" sldId="256"/>
        </pc:sldMkLst>
        <pc:spChg chg="del">
          <ac:chgData name="Ricardo Neves" userId="c57c9de82bfc8463" providerId="LiveId" clId="{DD3D527B-9ACB-4DFB-8021-47D6AD89198C}" dt="2020-05-27T20:03:10.351" v="1" actId="478"/>
          <ac:spMkLst>
            <pc:docMk/>
            <pc:sldMk cId="331609165" sldId="256"/>
            <ac:spMk id="2" creationId="{DBBBA9D7-4D09-450D-80B5-EF561464867C}"/>
          </ac:spMkLst>
        </pc:spChg>
        <pc:spChg chg="del">
          <ac:chgData name="Ricardo Neves" userId="c57c9de82bfc8463" providerId="LiveId" clId="{DD3D527B-9ACB-4DFB-8021-47D6AD89198C}" dt="2020-05-27T20:03:13.266" v="2" actId="478"/>
          <ac:spMkLst>
            <pc:docMk/>
            <pc:sldMk cId="331609165" sldId="256"/>
            <ac:spMk id="3" creationId="{592AEDAD-E38A-49D3-9C1A-316AA67843EF}"/>
          </ac:spMkLst>
        </pc:spChg>
        <pc:spChg chg="add del mod">
          <ac:chgData name="Ricardo Neves" userId="c57c9de82bfc8463" providerId="LiveId" clId="{DD3D527B-9ACB-4DFB-8021-47D6AD89198C}" dt="2020-05-29T12:08:06.409" v="409" actId="478"/>
          <ac:spMkLst>
            <pc:docMk/>
            <pc:sldMk cId="331609165" sldId="256"/>
            <ac:spMk id="3" creationId="{65CA6B62-7C99-4F04-9BA8-46AA46E73757}"/>
          </ac:spMkLst>
        </pc:spChg>
        <pc:picChg chg="add mod modCrop">
          <ac:chgData name="Ricardo Neves" userId="c57c9de82bfc8463" providerId="LiveId" clId="{DD3D527B-9ACB-4DFB-8021-47D6AD89198C}" dt="2020-05-27T20:05:32.863" v="20" actId="732"/>
          <ac:picMkLst>
            <pc:docMk/>
            <pc:sldMk cId="331609165" sldId="256"/>
            <ac:picMk id="5" creationId="{0A82394C-4041-4B6B-9069-CBFDA0170068}"/>
          </ac:picMkLst>
        </pc:picChg>
      </pc:sldChg>
      <pc:sldChg chg="addSp delSp modSp new mod">
        <pc:chgData name="Ricardo Neves" userId="c57c9de82bfc8463" providerId="LiveId" clId="{DD3D527B-9ACB-4DFB-8021-47D6AD89198C}" dt="2020-05-29T13:02:45.227" v="1229" actId="478"/>
        <pc:sldMkLst>
          <pc:docMk/>
          <pc:sldMk cId="717889628" sldId="257"/>
        </pc:sldMkLst>
        <pc:spChg chg="del">
          <ac:chgData name="Ricardo Neves" userId="c57c9de82bfc8463" providerId="LiveId" clId="{DD3D527B-9ACB-4DFB-8021-47D6AD89198C}" dt="2020-05-27T20:03:23.980" v="4" actId="478"/>
          <ac:spMkLst>
            <pc:docMk/>
            <pc:sldMk cId="717889628" sldId="257"/>
            <ac:spMk id="2" creationId="{2FE284A3-7409-4E76-A4D8-7BE9DDA3B0F5}"/>
          </ac:spMkLst>
        </pc:spChg>
        <pc:spChg chg="add del mod">
          <ac:chgData name="Ricardo Neves" userId="c57c9de82bfc8463" providerId="LiveId" clId="{DD3D527B-9ACB-4DFB-8021-47D6AD89198C}" dt="2020-05-29T13:02:45.227" v="1229" actId="478"/>
          <ac:spMkLst>
            <pc:docMk/>
            <pc:sldMk cId="717889628" sldId="257"/>
            <ac:spMk id="2" creationId="{6948D747-0B93-4D9A-A40C-D24245925C96}"/>
          </ac:spMkLst>
        </pc:spChg>
        <pc:spChg chg="del">
          <ac:chgData name="Ricardo Neves" userId="c57c9de82bfc8463" providerId="LiveId" clId="{DD3D527B-9ACB-4DFB-8021-47D6AD89198C}" dt="2020-05-27T20:03:24.987" v="5" actId="478"/>
          <ac:spMkLst>
            <pc:docMk/>
            <pc:sldMk cId="717889628" sldId="257"/>
            <ac:spMk id="3" creationId="{26B6EE81-DC86-4059-A530-45732E382139}"/>
          </ac:spMkLst>
        </pc:spChg>
        <pc:spChg chg="add mod">
          <ac:chgData name="Ricardo Neves" userId="c57c9de82bfc8463" providerId="LiveId" clId="{DD3D527B-9ACB-4DFB-8021-47D6AD89198C}" dt="2020-05-29T12:15:53.194" v="438" actId="14100"/>
          <ac:spMkLst>
            <pc:docMk/>
            <pc:sldMk cId="717889628" sldId="257"/>
            <ac:spMk id="3" creationId="{A76D453A-5618-4EED-8D7C-9C02641CF869}"/>
          </ac:spMkLst>
        </pc:spChg>
        <pc:spChg chg="add mod">
          <ac:chgData name="Ricardo Neves" userId="c57c9de82bfc8463" providerId="LiveId" clId="{DD3D527B-9ACB-4DFB-8021-47D6AD89198C}" dt="2020-05-29T12:32:33.177" v="706" actId="108"/>
          <ac:spMkLst>
            <pc:docMk/>
            <pc:sldMk cId="717889628" sldId="257"/>
            <ac:spMk id="4" creationId="{76D552AA-AAAA-4D6A-9D3D-7CFB4FCFB168}"/>
          </ac:spMkLst>
        </pc:spChg>
        <pc:spChg chg="add mod">
          <ac:chgData name="Ricardo Neves" userId="c57c9de82bfc8463" providerId="LiveId" clId="{DD3D527B-9ACB-4DFB-8021-47D6AD89198C}" dt="2020-05-29T12:19:08.714" v="531" actId="207"/>
          <ac:spMkLst>
            <pc:docMk/>
            <pc:sldMk cId="717889628" sldId="257"/>
            <ac:spMk id="6" creationId="{D3907CCD-D724-44DB-BB50-D1E66B8B71AA}"/>
          </ac:spMkLst>
        </pc:spChg>
        <pc:spChg chg="add del mod">
          <ac:chgData name="Ricardo Neves" userId="c57c9de82bfc8463" providerId="LiveId" clId="{DD3D527B-9ACB-4DFB-8021-47D6AD89198C}" dt="2020-05-29T12:16:01.234" v="440" actId="478"/>
          <ac:spMkLst>
            <pc:docMk/>
            <pc:sldMk cId="717889628" sldId="257"/>
            <ac:spMk id="8" creationId="{451D5E59-4F92-409D-B3F2-6B362DF8EB06}"/>
          </ac:spMkLst>
        </pc:spChg>
        <pc:spChg chg="add mod">
          <ac:chgData name="Ricardo Neves" userId="c57c9de82bfc8463" providerId="LiveId" clId="{DD3D527B-9ACB-4DFB-8021-47D6AD89198C}" dt="2020-05-29T12:16:05.818" v="442" actId="1076"/>
          <ac:spMkLst>
            <pc:docMk/>
            <pc:sldMk cId="717889628" sldId="257"/>
            <ac:spMk id="9" creationId="{8FABB0C2-D8C7-4801-AD2C-6AF372291DDC}"/>
          </ac:spMkLst>
        </pc:spChg>
        <pc:spChg chg="add mod">
          <ac:chgData name="Ricardo Neves" userId="c57c9de82bfc8463" providerId="LiveId" clId="{DD3D527B-9ACB-4DFB-8021-47D6AD89198C}" dt="2020-05-29T12:21:51.970" v="533" actId="1076"/>
          <ac:spMkLst>
            <pc:docMk/>
            <pc:sldMk cId="717889628" sldId="257"/>
            <ac:spMk id="10" creationId="{E4EB24C2-85FB-48CA-9C9B-DB8E8DF9BAD2}"/>
          </ac:spMkLst>
        </pc:spChg>
        <pc:spChg chg="add mod">
          <ac:chgData name="Ricardo Neves" userId="c57c9de82bfc8463" providerId="LiveId" clId="{DD3D527B-9ACB-4DFB-8021-47D6AD89198C}" dt="2020-05-29T12:22:16.249" v="536" actId="1076"/>
          <ac:spMkLst>
            <pc:docMk/>
            <pc:sldMk cId="717889628" sldId="257"/>
            <ac:spMk id="11" creationId="{8A7DA4FD-9E1C-4218-96F0-9A277F002FE4}"/>
          </ac:spMkLst>
        </pc:spChg>
        <pc:spChg chg="add mod">
          <ac:chgData name="Ricardo Neves" userId="c57c9de82bfc8463" providerId="LiveId" clId="{DD3D527B-9ACB-4DFB-8021-47D6AD89198C}" dt="2020-05-29T12:25:04.136" v="562" actId="1076"/>
          <ac:spMkLst>
            <pc:docMk/>
            <pc:sldMk cId="717889628" sldId="257"/>
            <ac:spMk id="12" creationId="{33AA51A4-91AF-4792-B96B-3976A7D75AA1}"/>
          </ac:spMkLst>
        </pc:spChg>
        <pc:spChg chg="add mod">
          <ac:chgData name="Ricardo Neves" userId="c57c9de82bfc8463" providerId="LiveId" clId="{DD3D527B-9ACB-4DFB-8021-47D6AD89198C}" dt="2020-05-29T12:22:30.106" v="540" actId="1076"/>
          <ac:spMkLst>
            <pc:docMk/>
            <pc:sldMk cId="717889628" sldId="257"/>
            <ac:spMk id="13" creationId="{B17588EA-C188-4D0D-98F6-69AAA0681FF9}"/>
          </ac:spMkLst>
        </pc:spChg>
        <pc:spChg chg="add mod">
          <ac:chgData name="Ricardo Neves" userId="c57c9de82bfc8463" providerId="LiveId" clId="{DD3D527B-9ACB-4DFB-8021-47D6AD89198C}" dt="2020-05-29T12:23:03.457" v="542" actId="1076"/>
          <ac:spMkLst>
            <pc:docMk/>
            <pc:sldMk cId="717889628" sldId="257"/>
            <ac:spMk id="14" creationId="{B065BDAB-2991-4D6E-B172-0965E8A2D444}"/>
          </ac:spMkLst>
        </pc:spChg>
        <pc:spChg chg="add mod">
          <ac:chgData name="Ricardo Neves" userId="c57c9de82bfc8463" providerId="LiveId" clId="{DD3D527B-9ACB-4DFB-8021-47D6AD89198C}" dt="2020-05-29T12:23:16.485" v="547" actId="408"/>
          <ac:spMkLst>
            <pc:docMk/>
            <pc:sldMk cId="717889628" sldId="257"/>
            <ac:spMk id="15" creationId="{9A8D1ED2-6A44-4BBF-A16F-F84CABDAC6F6}"/>
          </ac:spMkLst>
        </pc:spChg>
        <pc:spChg chg="add mod">
          <ac:chgData name="Ricardo Neves" userId="c57c9de82bfc8463" providerId="LiveId" clId="{DD3D527B-9ACB-4DFB-8021-47D6AD89198C}" dt="2020-05-29T12:23:16.485" v="547" actId="408"/>
          <ac:spMkLst>
            <pc:docMk/>
            <pc:sldMk cId="717889628" sldId="257"/>
            <ac:spMk id="16" creationId="{FEB54817-CC4A-43C8-955C-5027FF3846D2}"/>
          </ac:spMkLst>
        </pc:spChg>
        <pc:spChg chg="add del mod">
          <ac:chgData name="Ricardo Neves" userId="c57c9de82bfc8463" providerId="LiveId" clId="{DD3D527B-9ACB-4DFB-8021-47D6AD89198C}" dt="2020-05-29T12:24:07.945" v="549"/>
          <ac:spMkLst>
            <pc:docMk/>
            <pc:sldMk cId="717889628" sldId="257"/>
            <ac:spMk id="17" creationId="{8303B442-C0D1-47BE-A757-B8CF90E20FD9}"/>
          </ac:spMkLst>
        </pc:spChg>
        <pc:spChg chg="add mod">
          <ac:chgData name="Ricardo Neves" userId="c57c9de82bfc8463" providerId="LiveId" clId="{DD3D527B-9ACB-4DFB-8021-47D6AD89198C}" dt="2020-05-29T12:25:17.304" v="564"/>
          <ac:spMkLst>
            <pc:docMk/>
            <pc:sldMk cId="717889628" sldId="257"/>
            <ac:spMk id="18" creationId="{9B05F18B-2FB4-4D4C-9A34-7CB5DD0FFA0A}"/>
          </ac:spMkLst>
        </pc:spChg>
        <pc:spChg chg="add mod">
          <ac:chgData name="Ricardo Neves" userId="c57c9de82bfc8463" providerId="LiveId" clId="{DD3D527B-9ACB-4DFB-8021-47D6AD89198C}" dt="2020-05-29T12:25:19.769" v="565"/>
          <ac:spMkLst>
            <pc:docMk/>
            <pc:sldMk cId="717889628" sldId="257"/>
            <ac:spMk id="19" creationId="{05B5AE50-2612-45B9-8335-33CA1BF9AB2A}"/>
          </ac:spMkLst>
        </pc:spChg>
        <pc:spChg chg="add mod">
          <ac:chgData name="Ricardo Neves" userId="c57c9de82bfc8463" providerId="LiveId" clId="{DD3D527B-9ACB-4DFB-8021-47D6AD89198C}" dt="2020-05-29T12:26:38.919" v="577"/>
          <ac:spMkLst>
            <pc:docMk/>
            <pc:sldMk cId="717889628" sldId="257"/>
            <ac:spMk id="20" creationId="{CEC8C10E-6ABF-4CCE-B00E-ACDF24EE35B0}"/>
          </ac:spMkLst>
        </pc:spChg>
        <pc:spChg chg="add mod">
          <ac:chgData name="Ricardo Neves" userId="c57c9de82bfc8463" providerId="LiveId" clId="{DD3D527B-9ACB-4DFB-8021-47D6AD89198C}" dt="2020-05-29T12:26:41.905" v="578"/>
          <ac:spMkLst>
            <pc:docMk/>
            <pc:sldMk cId="717889628" sldId="257"/>
            <ac:spMk id="21" creationId="{052EF82D-4ED5-4A64-A427-B6AF194052FD}"/>
          </ac:spMkLst>
        </pc:spChg>
        <pc:spChg chg="add mod">
          <ac:chgData name="Ricardo Neves" userId="c57c9de82bfc8463" providerId="LiveId" clId="{DD3D527B-9ACB-4DFB-8021-47D6AD89198C}" dt="2020-05-29T12:26:18.173" v="574" actId="408"/>
          <ac:spMkLst>
            <pc:docMk/>
            <pc:sldMk cId="717889628" sldId="257"/>
            <ac:spMk id="22" creationId="{8AF2339C-9F3A-4FB1-8E1B-22D503535B88}"/>
          </ac:spMkLst>
        </pc:spChg>
        <pc:picChg chg="add mod">
          <ac:chgData name="Ricardo Neves" userId="c57c9de82bfc8463" providerId="LiveId" clId="{DD3D527B-9ACB-4DFB-8021-47D6AD89198C}" dt="2020-05-27T20:03:40.940" v="10" actId="962"/>
          <ac:picMkLst>
            <pc:docMk/>
            <pc:sldMk cId="717889628" sldId="257"/>
            <ac:picMk id="5" creationId="{A1088D64-5570-44D2-9043-F4156C2BCBFC}"/>
          </ac:picMkLst>
        </pc:picChg>
        <pc:picChg chg="add del mod">
          <ac:chgData name="Ricardo Neves" userId="c57c9de82bfc8463" providerId="LiveId" clId="{DD3D527B-9ACB-4DFB-8021-47D6AD89198C}" dt="2020-05-29T12:07:27.001" v="401" actId="478"/>
          <ac:picMkLst>
            <pc:docMk/>
            <pc:sldMk cId="717889628" sldId="257"/>
            <ac:picMk id="7" creationId="{8E6BBD56-5CA7-406D-A537-C028473FC39F}"/>
          </ac:picMkLst>
        </pc:picChg>
        <pc:picChg chg="add del mod">
          <ac:chgData name="Ricardo Neves" userId="c57c9de82bfc8463" providerId="LiveId" clId="{DD3D527B-9ACB-4DFB-8021-47D6AD89198C}" dt="2020-05-29T13:02:30.823" v="1227" actId="478"/>
          <ac:picMkLst>
            <pc:docMk/>
            <pc:sldMk cId="717889628" sldId="257"/>
            <ac:picMk id="23" creationId="{AAA42A8E-9F29-49E5-BFE1-ABF2184CF2EE}"/>
          </ac:picMkLst>
        </pc:picChg>
      </pc:sldChg>
      <pc:sldChg chg="addSp delSp modSp add mod">
        <pc:chgData name="Ricardo Neves" userId="c57c9de82bfc8463" providerId="LiveId" clId="{DD3D527B-9ACB-4DFB-8021-47D6AD89198C}" dt="2020-05-29T13:03:20.311" v="1232" actId="478"/>
        <pc:sldMkLst>
          <pc:docMk/>
          <pc:sldMk cId="4151929289" sldId="258"/>
        </pc:sldMkLst>
        <pc:spChg chg="mod">
          <ac:chgData name="Ricardo Neves" userId="c57c9de82bfc8463" providerId="LiveId" clId="{DD3D527B-9ACB-4DFB-8021-47D6AD89198C}" dt="2020-05-29T12:56:15.942" v="1031" actId="207"/>
          <ac:spMkLst>
            <pc:docMk/>
            <pc:sldMk cId="4151929289" sldId="258"/>
            <ac:spMk id="2" creationId="{6948D747-0B93-4D9A-A40C-D24245925C96}"/>
          </ac:spMkLst>
        </pc:spChg>
        <pc:spChg chg="mod">
          <ac:chgData name="Ricardo Neves" userId="c57c9de82bfc8463" providerId="LiveId" clId="{DD3D527B-9ACB-4DFB-8021-47D6AD89198C}" dt="2020-05-29T12:57:11.663" v="1037" actId="207"/>
          <ac:spMkLst>
            <pc:docMk/>
            <pc:sldMk cId="4151929289" sldId="258"/>
            <ac:spMk id="4" creationId="{76D552AA-AAAA-4D6A-9D3D-7CFB4FCFB168}"/>
          </ac:spMkLst>
        </pc:spChg>
        <pc:spChg chg="mod">
          <ac:chgData name="Ricardo Neves" userId="c57c9de82bfc8463" providerId="LiveId" clId="{DD3D527B-9ACB-4DFB-8021-47D6AD89198C}" dt="2020-05-29T12:55:38.959" v="1026" actId="207"/>
          <ac:spMkLst>
            <pc:docMk/>
            <pc:sldMk cId="4151929289" sldId="258"/>
            <ac:spMk id="6" creationId="{D3907CCD-D724-44DB-BB50-D1E66B8B71AA}"/>
          </ac:spMkLst>
        </pc:spChg>
        <pc:spChg chg="add mod ord">
          <ac:chgData name="Ricardo Neves" userId="c57c9de82bfc8463" providerId="LiveId" clId="{DD3D527B-9ACB-4DFB-8021-47D6AD89198C}" dt="2020-05-29T12:58:32.776" v="1226" actId="207"/>
          <ac:spMkLst>
            <pc:docMk/>
            <pc:sldMk cId="4151929289" sldId="258"/>
            <ac:spMk id="17" creationId="{431C4E07-4DDF-41E9-BBA6-E7ECA251CE1A}"/>
          </ac:spMkLst>
        </pc:spChg>
        <pc:picChg chg="del">
          <ac:chgData name="Ricardo Neves" userId="c57c9de82bfc8463" providerId="LiveId" clId="{DD3D527B-9ACB-4DFB-8021-47D6AD89198C}" dt="2020-05-29T12:51:53.289" v="710" actId="478"/>
          <ac:picMkLst>
            <pc:docMk/>
            <pc:sldMk cId="4151929289" sldId="258"/>
            <ac:picMk id="5" creationId="{A1088D64-5570-44D2-9043-F4156C2BCBFC}"/>
          </ac:picMkLst>
        </pc:picChg>
        <pc:picChg chg="add mod ord">
          <ac:chgData name="Ricardo Neves" userId="c57c9de82bfc8463" providerId="LiveId" clId="{DD3D527B-9ACB-4DFB-8021-47D6AD89198C}" dt="2020-05-29T12:52:35.880" v="717" actId="14100"/>
          <ac:picMkLst>
            <pc:docMk/>
            <pc:sldMk cId="4151929289" sldId="258"/>
            <ac:picMk id="8" creationId="{A5E090AD-93C2-475C-A0D0-AF87962051DB}"/>
          </ac:picMkLst>
        </pc:picChg>
        <pc:picChg chg="del mod">
          <ac:chgData name="Ricardo Neves" userId="c57c9de82bfc8463" providerId="LiveId" clId="{DD3D527B-9ACB-4DFB-8021-47D6AD89198C}" dt="2020-05-29T13:03:20.311" v="1232" actId="478"/>
          <ac:picMkLst>
            <pc:docMk/>
            <pc:sldMk cId="4151929289" sldId="258"/>
            <ac:picMk id="23" creationId="{AAA42A8E-9F29-49E5-BFE1-ABF2184CF2EE}"/>
          </ac:picMkLst>
        </pc:picChg>
      </pc:sldChg>
    </pc:docChg>
  </pc:docChgLst>
  <pc:docChgLst>
    <pc:chgData name="Ricardo Neves" userId="a2420d86-c959-463f-a209-2fea3ef854c2" providerId="ADAL" clId="{DFDCD0C2-651F-48EB-9014-B477B62D2459}"/>
    <pc:docChg chg="undo custSel addSld delSld modSld">
      <pc:chgData name="Ricardo Neves" userId="a2420d86-c959-463f-a209-2fea3ef854c2" providerId="ADAL" clId="{DFDCD0C2-651F-48EB-9014-B477B62D2459}" dt="2020-06-16T22:04:11.547" v="1426" actId="29295"/>
      <pc:docMkLst>
        <pc:docMk/>
      </pc:docMkLst>
      <pc:sldChg chg="del">
        <pc:chgData name="Ricardo Neves" userId="a2420d86-c959-463f-a209-2fea3ef854c2" providerId="ADAL" clId="{DFDCD0C2-651F-48EB-9014-B477B62D2459}" dt="2020-06-16T18:33:09.500" v="106" actId="2696"/>
        <pc:sldMkLst>
          <pc:docMk/>
          <pc:sldMk cId="717889628" sldId="257"/>
        </pc:sldMkLst>
      </pc:sldChg>
      <pc:sldChg chg="modSp mod">
        <pc:chgData name="Ricardo Neves" userId="a2420d86-c959-463f-a209-2fea3ef854c2" providerId="ADAL" clId="{DFDCD0C2-651F-48EB-9014-B477B62D2459}" dt="2020-06-16T18:23:49.406" v="11" actId="1076"/>
        <pc:sldMkLst>
          <pc:docMk/>
          <pc:sldMk cId="4151929289" sldId="258"/>
        </pc:sldMkLst>
        <pc:picChg chg="mod">
          <ac:chgData name="Ricardo Neves" userId="a2420d86-c959-463f-a209-2fea3ef854c2" providerId="ADAL" clId="{DFDCD0C2-651F-48EB-9014-B477B62D2459}" dt="2020-06-16T18:23:49.406" v="11" actId="1076"/>
          <ac:picMkLst>
            <pc:docMk/>
            <pc:sldMk cId="4151929289" sldId="258"/>
            <ac:picMk id="8" creationId="{A5E090AD-93C2-475C-A0D0-AF87962051DB}"/>
          </ac:picMkLst>
        </pc:picChg>
      </pc:sldChg>
      <pc:sldChg chg="addSp delSp modSp new mod">
        <pc:chgData name="Ricardo Neves" userId="a2420d86-c959-463f-a209-2fea3ef854c2" providerId="ADAL" clId="{DFDCD0C2-651F-48EB-9014-B477B62D2459}" dt="2020-06-16T18:26:42.342" v="40" actId="1076"/>
        <pc:sldMkLst>
          <pc:docMk/>
          <pc:sldMk cId="2641072960" sldId="259"/>
        </pc:sldMkLst>
        <pc:spChg chg="del">
          <ac:chgData name="Ricardo Neves" userId="a2420d86-c959-463f-a209-2fea3ef854c2" providerId="ADAL" clId="{DFDCD0C2-651F-48EB-9014-B477B62D2459}" dt="2020-06-16T18:18:04.869" v="4" actId="478"/>
          <ac:spMkLst>
            <pc:docMk/>
            <pc:sldMk cId="2641072960" sldId="259"/>
            <ac:spMk id="2" creationId="{3A3F2859-808E-416B-9D41-6602B7BE1E3E}"/>
          </ac:spMkLst>
        </pc:spChg>
        <pc:spChg chg="del">
          <ac:chgData name="Ricardo Neves" userId="a2420d86-c959-463f-a209-2fea3ef854c2" providerId="ADAL" clId="{DFDCD0C2-651F-48EB-9014-B477B62D2459}" dt="2020-06-16T18:18:06.820" v="5" actId="478"/>
          <ac:spMkLst>
            <pc:docMk/>
            <pc:sldMk cId="2641072960" sldId="259"/>
            <ac:spMk id="3" creationId="{D4B3CF67-C160-42BA-8CA8-298958346234}"/>
          </ac:spMkLst>
        </pc:spChg>
        <pc:spChg chg="add mod">
          <ac:chgData name="Ricardo Neves" userId="a2420d86-c959-463f-a209-2fea3ef854c2" providerId="ADAL" clId="{DFDCD0C2-651F-48EB-9014-B477B62D2459}" dt="2020-06-16T18:26:06.718" v="32" actId="1076"/>
          <ac:spMkLst>
            <pc:docMk/>
            <pc:sldMk cId="2641072960" sldId="259"/>
            <ac:spMk id="6" creationId="{002528E8-444A-4D4A-8C6B-F7B84043245E}"/>
          </ac:spMkLst>
        </pc:spChg>
        <pc:spChg chg="add mod">
          <ac:chgData name="Ricardo Neves" userId="a2420d86-c959-463f-a209-2fea3ef854c2" providerId="ADAL" clId="{DFDCD0C2-651F-48EB-9014-B477B62D2459}" dt="2020-06-16T18:26:42.342" v="40" actId="1076"/>
          <ac:spMkLst>
            <pc:docMk/>
            <pc:sldMk cId="2641072960" sldId="259"/>
            <ac:spMk id="7" creationId="{AC2FF912-26CF-4038-AE4F-7781080F1F44}"/>
          </ac:spMkLst>
        </pc:spChg>
        <pc:picChg chg="add mod">
          <ac:chgData name="Ricardo Neves" userId="a2420d86-c959-463f-a209-2fea3ef854c2" providerId="ADAL" clId="{DFDCD0C2-651F-48EB-9014-B477B62D2459}" dt="2020-06-16T18:18:33.824" v="6"/>
          <ac:picMkLst>
            <pc:docMk/>
            <pc:sldMk cId="2641072960" sldId="259"/>
            <ac:picMk id="5" creationId="{1EDD3F1A-757D-43CC-B539-0C08E6541FEA}"/>
          </ac:picMkLst>
        </pc:picChg>
      </pc:sldChg>
      <pc:sldChg chg="addSp delSp modSp new mod">
        <pc:chgData name="Ricardo Neves" userId="a2420d86-c959-463f-a209-2fea3ef854c2" providerId="ADAL" clId="{DFDCD0C2-651F-48EB-9014-B477B62D2459}" dt="2020-06-16T22:04:11.547" v="1426" actId="29295"/>
        <pc:sldMkLst>
          <pc:docMk/>
          <pc:sldMk cId="1937390665" sldId="260"/>
        </pc:sldMkLst>
        <pc:spChg chg="del">
          <ac:chgData name="Ricardo Neves" userId="a2420d86-c959-463f-a209-2fea3ef854c2" providerId="ADAL" clId="{DFDCD0C2-651F-48EB-9014-B477B62D2459}" dt="2020-06-16T18:18:48.309" v="8" actId="478"/>
          <ac:spMkLst>
            <pc:docMk/>
            <pc:sldMk cId="1937390665" sldId="260"/>
            <ac:spMk id="2" creationId="{51308E28-2EDA-4FF8-83E8-F3E04D9173E0}"/>
          </ac:spMkLst>
        </pc:spChg>
        <pc:spChg chg="del">
          <ac:chgData name="Ricardo Neves" userId="a2420d86-c959-463f-a209-2fea3ef854c2" providerId="ADAL" clId="{DFDCD0C2-651F-48EB-9014-B477B62D2459}" dt="2020-06-16T18:18:49.319" v="9" actId="478"/>
          <ac:spMkLst>
            <pc:docMk/>
            <pc:sldMk cId="1937390665" sldId="260"/>
            <ac:spMk id="3" creationId="{18388FCD-6066-4943-B235-E44479A2F0A6}"/>
          </ac:spMkLst>
        </pc:spChg>
        <pc:spChg chg="add mod ord">
          <ac:chgData name="Ricardo Neves" userId="a2420d86-c959-463f-a209-2fea3ef854c2" providerId="ADAL" clId="{DFDCD0C2-651F-48EB-9014-B477B62D2459}" dt="2020-06-16T19:23:14.336" v="853" actId="167"/>
          <ac:spMkLst>
            <pc:docMk/>
            <pc:sldMk cId="1937390665" sldId="260"/>
            <ac:spMk id="4" creationId="{3106C6AA-BA07-481B-91EF-BBA265255165}"/>
          </ac:spMkLst>
        </pc:spChg>
        <pc:spChg chg="add del mod ord">
          <ac:chgData name="Ricardo Neves" userId="a2420d86-c959-463f-a209-2fea3ef854c2" providerId="ADAL" clId="{DFDCD0C2-651F-48EB-9014-B477B62D2459}" dt="2020-06-16T21:47:06.753" v="1236"/>
          <ac:spMkLst>
            <pc:docMk/>
            <pc:sldMk cId="1937390665" sldId="260"/>
            <ac:spMk id="5" creationId="{27C3D95B-6E8D-4A1D-9195-8593B0AF07DA}"/>
          </ac:spMkLst>
        </pc:spChg>
        <pc:spChg chg="add mod">
          <ac:chgData name="Ricardo Neves" userId="a2420d86-c959-463f-a209-2fea3ef854c2" providerId="ADAL" clId="{DFDCD0C2-651F-48EB-9014-B477B62D2459}" dt="2020-06-16T22:03:36.863" v="1412"/>
          <ac:spMkLst>
            <pc:docMk/>
            <pc:sldMk cId="1937390665" sldId="260"/>
            <ac:spMk id="7" creationId="{591FED34-0670-48D2-A363-9ECB25C41D8E}"/>
          </ac:spMkLst>
        </pc:spChg>
        <pc:spChg chg="add del mod">
          <ac:chgData name="Ricardo Neves" userId="a2420d86-c959-463f-a209-2fea3ef854c2" providerId="ADAL" clId="{DFDCD0C2-651F-48EB-9014-B477B62D2459}" dt="2020-06-16T18:27:32.250" v="54" actId="478"/>
          <ac:spMkLst>
            <pc:docMk/>
            <pc:sldMk cId="1937390665" sldId="260"/>
            <ac:spMk id="8" creationId="{FFF3DD7E-CF0D-4A6A-A381-FA28574A6DDF}"/>
          </ac:spMkLst>
        </pc:spChg>
        <pc:spChg chg="add del mod">
          <ac:chgData name="Ricardo Neves" userId="a2420d86-c959-463f-a209-2fea3ef854c2" providerId="ADAL" clId="{DFDCD0C2-651F-48EB-9014-B477B62D2459}" dt="2020-06-16T18:27:32.250" v="54" actId="478"/>
          <ac:spMkLst>
            <pc:docMk/>
            <pc:sldMk cId="1937390665" sldId="260"/>
            <ac:spMk id="9" creationId="{5CBDE36E-2527-4525-81FC-FDD3D107F262}"/>
          </ac:spMkLst>
        </pc:spChg>
        <pc:spChg chg="add del mod">
          <ac:chgData name="Ricardo Neves" userId="a2420d86-c959-463f-a209-2fea3ef854c2" providerId="ADAL" clId="{DFDCD0C2-651F-48EB-9014-B477B62D2459}" dt="2020-06-16T18:27:32.250" v="54" actId="478"/>
          <ac:spMkLst>
            <pc:docMk/>
            <pc:sldMk cId="1937390665" sldId="260"/>
            <ac:spMk id="10" creationId="{CDFAE120-BA82-4006-A63E-BDFECF21FE14}"/>
          </ac:spMkLst>
        </pc:spChg>
        <pc:spChg chg="add del mod">
          <ac:chgData name="Ricardo Neves" userId="a2420d86-c959-463f-a209-2fea3ef854c2" providerId="ADAL" clId="{DFDCD0C2-651F-48EB-9014-B477B62D2459}" dt="2020-06-16T18:27:06.723" v="45" actId="478"/>
          <ac:spMkLst>
            <pc:docMk/>
            <pc:sldMk cId="1937390665" sldId="260"/>
            <ac:spMk id="11" creationId="{184FBECA-F7F0-418E-9221-0118011A06C1}"/>
          </ac:spMkLst>
        </pc:spChg>
        <pc:spChg chg="add del mod">
          <ac:chgData name="Ricardo Neves" userId="a2420d86-c959-463f-a209-2fea3ef854c2" providerId="ADAL" clId="{DFDCD0C2-651F-48EB-9014-B477B62D2459}" dt="2020-06-16T21:50:37.085" v="1362" actId="478"/>
          <ac:spMkLst>
            <pc:docMk/>
            <pc:sldMk cId="1937390665" sldId="260"/>
            <ac:spMk id="12" creationId="{A57822E1-7115-4B6C-A64D-A92C1F9A7183}"/>
          </ac:spMkLst>
        </pc:spChg>
        <pc:spChg chg="add del mod">
          <ac:chgData name="Ricardo Neves" userId="a2420d86-c959-463f-a209-2fea3ef854c2" providerId="ADAL" clId="{DFDCD0C2-651F-48EB-9014-B477B62D2459}" dt="2020-06-16T21:50:28.577" v="1356" actId="478"/>
          <ac:spMkLst>
            <pc:docMk/>
            <pc:sldMk cId="1937390665" sldId="260"/>
            <ac:spMk id="13" creationId="{0C93C631-4844-4CB0-BB2A-23C696867EA8}"/>
          </ac:spMkLst>
        </pc:spChg>
        <pc:spChg chg="add del mod">
          <ac:chgData name="Ricardo Neves" userId="a2420d86-c959-463f-a209-2fea3ef854c2" providerId="ADAL" clId="{DFDCD0C2-651F-48EB-9014-B477B62D2459}" dt="2020-06-16T21:50:39.007" v="1363" actId="478"/>
          <ac:spMkLst>
            <pc:docMk/>
            <pc:sldMk cId="1937390665" sldId="260"/>
            <ac:spMk id="14" creationId="{72389830-CC93-41FE-B79A-E96F6AE86EF2}"/>
          </ac:spMkLst>
        </pc:spChg>
        <pc:spChg chg="add del mod">
          <ac:chgData name="Ricardo Neves" userId="a2420d86-c959-463f-a209-2fea3ef854c2" providerId="ADAL" clId="{DFDCD0C2-651F-48EB-9014-B477B62D2459}" dt="2020-06-16T21:50:30.501" v="1357" actId="478"/>
          <ac:spMkLst>
            <pc:docMk/>
            <pc:sldMk cId="1937390665" sldId="260"/>
            <ac:spMk id="15" creationId="{10835068-EBEA-459A-999A-8E014B1D85B4}"/>
          </ac:spMkLst>
        </pc:spChg>
        <pc:spChg chg="add del mod">
          <ac:chgData name="Ricardo Neves" userId="a2420d86-c959-463f-a209-2fea3ef854c2" providerId="ADAL" clId="{DFDCD0C2-651F-48EB-9014-B477B62D2459}" dt="2020-06-16T21:50:32.451" v="1358" actId="478"/>
          <ac:spMkLst>
            <pc:docMk/>
            <pc:sldMk cId="1937390665" sldId="260"/>
            <ac:spMk id="16" creationId="{53A0959A-33FA-4A28-8C24-81D3E8CB57DD}"/>
          </ac:spMkLst>
        </pc:spChg>
        <pc:spChg chg="add del mod">
          <ac:chgData name="Ricardo Neves" userId="a2420d86-c959-463f-a209-2fea3ef854c2" providerId="ADAL" clId="{DFDCD0C2-651F-48EB-9014-B477B62D2459}" dt="2020-06-16T21:50:33.358" v="1359" actId="478"/>
          <ac:spMkLst>
            <pc:docMk/>
            <pc:sldMk cId="1937390665" sldId="260"/>
            <ac:spMk id="17" creationId="{4CF7C9E9-16AD-4B0B-96AC-5CE5DDDA5DBC}"/>
          </ac:spMkLst>
        </pc:spChg>
        <pc:spChg chg="add del mod">
          <ac:chgData name="Ricardo Neves" userId="a2420d86-c959-463f-a209-2fea3ef854c2" providerId="ADAL" clId="{DFDCD0C2-651F-48EB-9014-B477B62D2459}" dt="2020-06-16T21:50:42.077" v="1365" actId="478"/>
          <ac:spMkLst>
            <pc:docMk/>
            <pc:sldMk cId="1937390665" sldId="260"/>
            <ac:spMk id="18" creationId="{E42DAEAE-329A-448F-9AC2-3E39199BDE27}"/>
          </ac:spMkLst>
        </pc:spChg>
        <pc:spChg chg="add del mod">
          <ac:chgData name="Ricardo Neves" userId="a2420d86-c959-463f-a209-2fea3ef854c2" providerId="ADAL" clId="{DFDCD0C2-651F-48EB-9014-B477B62D2459}" dt="2020-06-16T21:50:40.021" v="1364" actId="478"/>
          <ac:spMkLst>
            <pc:docMk/>
            <pc:sldMk cId="1937390665" sldId="260"/>
            <ac:spMk id="19" creationId="{959CD6C1-E28E-454C-910B-D37F20AE56E7}"/>
          </ac:spMkLst>
        </pc:spChg>
        <pc:spChg chg="add del mod">
          <ac:chgData name="Ricardo Neves" userId="a2420d86-c959-463f-a209-2fea3ef854c2" providerId="ADAL" clId="{DFDCD0C2-651F-48EB-9014-B477B62D2459}" dt="2020-06-16T21:50:34.691" v="1360" actId="478"/>
          <ac:spMkLst>
            <pc:docMk/>
            <pc:sldMk cId="1937390665" sldId="260"/>
            <ac:spMk id="20" creationId="{95CAF00D-404F-4CA4-B415-D01E0E8AEDF1}"/>
          </ac:spMkLst>
        </pc:spChg>
        <pc:spChg chg="add del mod">
          <ac:chgData name="Ricardo Neves" userId="a2420d86-c959-463f-a209-2fea3ef854c2" providerId="ADAL" clId="{DFDCD0C2-651F-48EB-9014-B477B62D2459}" dt="2020-06-16T21:50:35.634" v="1361" actId="478"/>
          <ac:spMkLst>
            <pc:docMk/>
            <pc:sldMk cId="1937390665" sldId="260"/>
            <ac:spMk id="21" creationId="{8CDA0072-D1A9-4677-BDF2-20E4F1831AE6}"/>
          </ac:spMkLst>
        </pc:spChg>
        <pc:spChg chg="add del mod">
          <ac:chgData name="Ricardo Neves" userId="a2420d86-c959-463f-a209-2fea3ef854c2" providerId="ADAL" clId="{DFDCD0C2-651F-48EB-9014-B477B62D2459}" dt="2020-06-16T18:31:22.510" v="94" actId="478"/>
          <ac:spMkLst>
            <pc:docMk/>
            <pc:sldMk cId="1937390665" sldId="260"/>
            <ac:spMk id="22" creationId="{DFF379F4-B33B-4AC5-AA7E-0EC8F1CB8DCB}"/>
          </ac:spMkLst>
        </pc:spChg>
        <pc:spChg chg="add del mod">
          <ac:chgData name="Ricardo Neves" userId="a2420d86-c959-463f-a209-2fea3ef854c2" providerId="ADAL" clId="{DFDCD0C2-651F-48EB-9014-B477B62D2459}" dt="2020-06-16T18:31:23.119" v="95" actId="478"/>
          <ac:spMkLst>
            <pc:docMk/>
            <pc:sldMk cId="1937390665" sldId="260"/>
            <ac:spMk id="23" creationId="{545B2B15-34DD-483C-A2D8-37C039A5DDB1}"/>
          </ac:spMkLst>
        </pc:spChg>
        <pc:spChg chg="add del mod">
          <ac:chgData name="Ricardo Neves" userId="a2420d86-c959-463f-a209-2fea3ef854c2" providerId="ADAL" clId="{DFDCD0C2-651F-48EB-9014-B477B62D2459}" dt="2020-06-16T19:29:47.514" v="1057" actId="478"/>
          <ac:spMkLst>
            <pc:docMk/>
            <pc:sldMk cId="1937390665" sldId="260"/>
            <ac:spMk id="24" creationId="{662BDC14-2318-4764-A7D3-01F02D5C242E}"/>
          </ac:spMkLst>
        </pc:spChg>
        <pc:spChg chg="add mod">
          <ac:chgData name="Ricardo Neves" userId="a2420d86-c959-463f-a209-2fea3ef854c2" providerId="ADAL" clId="{DFDCD0C2-651F-48EB-9014-B477B62D2459}" dt="2020-06-16T19:10:36.570" v="332" actId="207"/>
          <ac:spMkLst>
            <pc:docMk/>
            <pc:sldMk cId="1937390665" sldId="260"/>
            <ac:spMk id="25" creationId="{77765F54-D24C-4DC9-8CB3-23A7FD6C72EE}"/>
          </ac:spMkLst>
        </pc:spChg>
        <pc:spChg chg="add mod">
          <ac:chgData name="Ricardo Neves" userId="a2420d86-c959-463f-a209-2fea3ef854c2" providerId="ADAL" clId="{DFDCD0C2-651F-48EB-9014-B477B62D2459}" dt="2020-06-16T22:03:29.998" v="1404"/>
          <ac:spMkLst>
            <pc:docMk/>
            <pc:sldMk cId="1937390665" sldId="260"/>
            <ac:spMk id="26" creationId="{1CD96577-F868-4CD0-B0D4-1F4F10891256}"/>
          </ac:spMkLst>
        </pc:spChg>
        <pc:spChg chg="add mod">
          <ac:chgData name="Ricardo Neves" userId="a2420d86-c959-463f-a209-2fea3ef854c2" providerId="ADAL" clId="{DFDCD0C2-651F-48EB-9014-B477B62D2459}" dt="2020-06-16T22:03:32.687" v="1408"/>
          <ac:spMkLst>
            <pc:docMk/>
            <pc:sldMk cId="1937390665" sldId="260"/>
            <ac:spMk id="27" creationId="{2A630E78-4468-4803-A4F8-72AABE3C924F}"/>
          </ac:spMkLst>
        </pc:spChg>
        <pc:spChg chg="add del mod ord">
          <ac:chgData name="Ricardo Neves" userId="a2420d86-c959-463f-a209-2fea3ef854c2" providerId="ADAL" clId="{DFDCD0C2-651F-48EB-9014-B477B62D2459}" dt="2020-06-16T19:33:09.116" v="1073" actId="478"/>
          <ac:spMkLst>
            <pc:docMk/>
            <pc:sldMk cId="1937390665" sldId="260"/>
            <ac:spMk id="28" creationId="{21503618-5920-40D2-9E0E-D43A0A6E5C61}"/>
          </ac:spMkLst>
        </pc:spChg>
        <pc:spChg chg="add del mod">
          <ac:chgData name="Ricardo Neves" userId="a2420d86-c959-463f-a209-2fea3ef854c2" providerId="ADAL" clId="{DFDCD0C2-651F-48EB-9014-B477B62D2459}" dt="2020-06-16T19:33:10.469" v="1074" actId="478"/>
          <ac:spMkLst>
            <pc:docMk/>
            <pc:sldMk cId="1937390665" sldId="260"/>
            <ac:spMk id="29" creationId="{6457D5D9-0565-4A2A-A3AE-7F75FE626B19}"/>
          </ac:spMkLst>
        </pc:spChg>
        <pc:spChg chg="add mod">
          <ac:chgData name="Ricardo Neves" userId="a2420d86-c959-463f-a209-2fea3ef854c2" providerId="ADAL" clId="{DFDCD0C2-651F-48EB-9014-B477B62D2459}" dt="2020-06-16T19:30:57.872" v="1065" actId="1076"/>
          <ac:spMkLst>
            <pc:docMk/>
            <pc:sldMk cId="1937390665" sldId="260"/>
            <ac:spMk id="32" creationId="{7302A991-98E6-4C08-8B27-FCAFBCBCCFC5}"/>
          </ac:spMkLst>
        </pc:spChg>
        <pc:spChg chg="add del mod">
          <ac:chgData name="Ricardo Neves" userId="a2420d86-c959-463f-a209-2fea3ef854c2" providerId="ADAL" clId="{DFDCD0C2-651F-48EB-9014-B477B62D2459}" dt="2020-06-16T19:43:17.457" v="1167" actId="478"/>
          <ac:spMkLst>
            <pc:docMk/>
            <pc:sldMk cId="1937390665" sldId="260"/>
            <ac:spMk id="36" creationId="{FFFBD864-71BB-4893-B14C-A3B387FEA243}"/>
          </ac:spMkLst>
        </pc:spChg>
        <pc:spChg chg="add del mod">
          <ac:chgData name="Ricardo Neves" userId="a2420d86-c959-463f-a209-2fea3ef854c2" providerId="ADAL" clId="{DFDCD0C2-651F-48EB-9014-B477B62D2459}" dt="2020-06-16T19:43:16.081" v="1166" actId="478"/>
          <ac:spMkLst>
            <pc:docMk/>
            <pc:sldMk cId="1937390665" sldId="260"/>
            <ac:spMk id="37" creationId="{E0762A01-499D-49C1-BD91-C17658D9FA34}"/>
          </ac:spMkLst>
        </pc:spChg>
        <pc:spChg chg="add del mod">
          <ac:chgData name="Ricardo Neves" userId="a2420d86-c959-463f-a209-2fea3ef854c2" providerId="ADAL" clId="{DFDCD0C2-651F-48EB-9014-B477B62D2459}" dt="2020-06-16T19:43:18.178" v="1168" actId="478"/>
          <ac:spMkLst>
            <pc:docMk/>
            <pc:sldMk cId="1937390665" sldId="260"/>
            <ac:spMk id="38" creationId="{7378C58A-6C16-49BE-A698-ECEA36F610BC}"/>
          </ac:spMkLst>
        </pc:spChg>
        <pc:spChg chg="add del mod">
          <ac:chgData name="Ricardo Neves" userId="a2420d86-c959-463f-a209-2fea3ef854c2" providerId="ADAL" clId="{DFDCD0C2-651F-48EB-9014-B477B62D2459}" dt="2020-06-16T21:47:06.753" v="1236"/>
          <ac:spMkLst>
            <pc:docMk/>
            <pc:sldMk cId="1937390665" sldId="260"/>
            <ac:spMk id="47" creationId="{31F42C29-8F42-4E88-9895-F39CDE8C3632}"/>
          </ac:spMkLst>
        </pc:spChg>
        <pc:spChg chg="add del mod">
          <ac:chgData name="Ricardo Neves" userId="a2420d86-c959-463f-a209-2fea3ef854c2" providerId="ADAL" clId="{DFDCD0C2-651F-48EB-9014-B477B62D2459}" dt="2020-06-16T21:47:36.123" v="1247" actId="478"/>
          <ac:spMkLst>
            <pc:docMk/>
            <pc:sldMk cId="1937390665" sldId="260"/>
            <ac:spMk id="48" creationId="{D8A93628-5DDB-4A32-B02F-2DBFE5662095}"/>
          </ac:spMkLst>
        </pc:spChg>
        <pc:spChg chg="add del mod">
          <ac:chgData name="Ricardo Neves" userId="a2420d86-c959-463f-a209-2fea3ef854c2" providerId="ADAL" clId="{DFDCD0C2-651F-48EB-9014-B477B62D2459}" dt="2020-06-16T21:47:34.574" v="1244" actId="478"/>
          <ac:spMkLst>
            <pc:docMk/>
            <pc:sldMk cId="1937390665" sldId="260"/>
            <ac:spMk id="49" creationId="{C173EE93-C03A-4A75-BBCB-62695702A240}"/>
          </ac:spMkLst>
        </pc:spChg>
        <pc:spChg chg="add del mod">
          <ac:chgData name="Ricardo Neves" userId="a2420d86-c959-463f-a209-2fea3ef854c2" providerId="ADAL" clId="{DFDCD0C2-651F-48EB-9014-B477B62D2459}" dt="2020-06-16T21:47:35.035" v="1245" actId="478"/>
          <ac:spMkLst>
            <pc:docMk/>
            <pc:sldMk cId="1937390665" sldId="260"/>
            <ac:spMk id="50" creationId="{465EF8B8-3704-40FB-B039-805863EB53CA}"/>
          </ac:spMkLst>
        </pc:spChg>
        <pc:spChg chg="add del mod">
          <ac:chgData name="Ricardo Neves" userId="a2420d86-c959-463f-a209-2fea3ef854c2" providerId="ADAL" clId="{DFDCD0C2-651F-48EB-9014-B477B62D2459}" dt="2020-06-16T21:47:35.522" v="1246" actId="478"/>
          <ac:spMkLst>
            <pc:docMk/>
            <pc:sldMk cId="1937390665" sldId="260"/>
            <ac:spMk id="51" creationId="{6B032C71-E69C-46DC-940E-88FBD121C5CE}"/>
          </ac:spMkLst>
        </pc:spChg>
        <pc:spChg chg="mod">
          <ac:chgData name="Ricardo Neves" userId="a2420d86-c959-463f-a209-2fea3ef854c2" providerId="ADAL" clId="{DFDCD0C2-651F-48EB-9014-B477B62D2459}" dt="2020-06-16T21:46:24.430" v="1228"/>
          <ac:spMkLst>
            <pc:docMk/>
            <pc:sldMk cId="1937390665" sldId="260"/>
            <ac:spMk id="52" creationId="{A91BB10F-1914-4F5E-ABBC-79CE6A6630D8}"/>
          </ac:spMkLst>
        </pc:spChg>
        <pc:spChg chg="add del mod">
          <ac:chgData name="Ricardo Neves" userId="a2420d86-c959-463f-a209-2fea3ef854c2" providerId="ADAL" clId="{DFDCD0C2-651F-48EB-9014-B477B62D2459}" dt="2020-06-16T21:46:49.570" v="1234"/>
          <ac:spMkLst>
            <pc:docMk/>
            <pc:sldMk cId="1937390665" sldId="260"/>
            <ac:spMk id="53" creationId="{E4E152C9-D413-4E79-9A9E-78DAA7BB3BB5}"/>
          </ac:spMkLst>
        </pc:spChg>
        <pc:spChg chg="mod">
          <ac:chgData name="Ricardo Neves" userId="a2420d86-c959-463f-a209-2fea3ef854c2" providerId="ADAL" clId="{DFDCD0C2-651F-48EB-9014-B477B62D2459}" dt="2020-06-16T21:46:49.570" v="1234"/>
          <ac:spMkLst>
            <pc:docMk/>
            <pc:sldMk cId="1937390665" sldId="260"/>
            <ac:spMk id="54" creationId="{4B9A7C8B-8725-4EC0-85CA-ADB442288105}"/>
          </ac:spMkLst>
        </pc:spChg>
        <pc:spChg chg="add del mod">
          <ac:chgData name="Ricardo Neves" userId="a2420d86-c959-463f-a209-2fea3ef854c2" providerId="ADAL" clId="{DFDCD0C2-651F-48EB-9014-B477B62D2459}" dt="2020-06-16T21:46:49.570" v="1234"/>
          <ac:spMkLst>
            <pc:docMk/>
            <pc:sldMk cId="1937390665" sldId="260"/>
            <ac:spMk id="55" creationId="{57B3771B-3178-4304-938C-3E9CD0B24EA3}"/>
          </ac:spMkLst>
        </pc:spChg>
        <pc:spChg chg="del mod">
          <ac:chgData name="Ricardo Neves" userId="a2420d86-c959-463f-a209-2fea3ef854c2" providerId="ADAL" clId="{DFDCD0C2-651F-48EB-9014-B477B62D2459}" dt="2020-06-16T21:47:09.799" v="1238" actId="478"/>
          <ac:spMkLst>
            <pc:docMk/>
            <pc:sldMk cId="1937390665" sldId="260"/>
            <ac:spMk id="56" creationId="{A80FAE67-D8C6-44A6-B2B6-79A8FA76AB36}"/>
          </ac:spMkLst>
        </pc:spChg>
        <pc:spChg chg="mod">
          <ac:chgData name="Ricardo Neves" userId="a2420d86-c959-463f-a209-2fea3ef854c2" providerId="ADAL" clId="{DFDCD0C2-651F-48EB-9014-B477B62D2459}" dt="2020-06-16T21:48:39.935" v="1289" actId="207"/>
          <ac:spMkLst>
            <pc:docMk/>
            <pc:sldMk cId="1937390665" sldId="260"/>
            <ac:spMk id="57" creationId="{6D827A2C-6718-4910-A7DB-659B7291C8E6}"/>
          </ac:spMkLst>
        </pc:spChg>
        <pc:spChg chg="del mod">
          <ac:chgData name="Ricardo Neves" userId="a2420d86-c959-463f-a209-2fea3ef854c2" providerId="ADAL" clId="{DFDCD0C2-651F-48EB-9014-B477B62D2459}" dt="2020-06-16T21:47:08.641" v="1237" actId="478"/>
          <ac:spMkLst>
            <pc:docMk/>
            <pc:sldMk cId="1937390665" sldId="260"/>
            <ac:spMk id="58" creationId="{17FEC3AE-A460-4435-8756-3B484604E93E}"/>
          </ac:spMkLst>
        </pc:spChg>
        <pc:spChg chg="add del mod">
          <ac:chgData name="Ricardo Neves" userId="a2420d86-c959-463f-a209-2fea3ef854c2" providerId="ADAL" clId="{DFDCD0C2-651F-48EB-9014-B477B62D2459}" dt="2020-06-16T21:47:32.078" v="1243" actId="478"/>
          <ac:spMkLst>
            <pc:docMk/>
            <pc:sldMk cId="1937390665" sldId="260"/>
            <ac:spMk id="59" creationId="{79E46C81-9488-4563-B5D0-073A791098BE}"/>
          </ac:spMkLst>
        </pc:spChg>
        <pc:picChg chg="add del mod">
          <ac:chgData name="Ricardo Neves" userId="a2420d86-c959-463f-a209-2fea3ef854c2" providerId="ADAL" clId="{DFDCD0C2-651F-48EB-9014-B477B62D2459}" dt="2020-06-16T18:24:28.138" v="19" actId="478"/>
          <ac:picMkLst>
            <pc:docMk/>
            <pc:sldMk cId="1937390665" sldId="260"/>
            <ac:picMk id="6" creationId="{59E6A152-D3FD-42C0-B9AC-25632016AC0D}"/>
          </ac:picMkLst>
        </pc:picChg>
        <pc:picChg chg="add mod ord">
          <ac:chgData name="Ricardo Neves" userId="a2420d86-c959-463f-a209-2fea3ef854c2" providerId="ADAL" clId="{DFDCD0C2-651F-48EB-9014-B477B62D2459}" dt="2020-06-16T19:23:26.936" v="855" actId="14100"/>
          <ac:picMkLst>
            <pc:docMk/>
            <pc:sldMk cId="1937390665" sldId="260"/>
            <ac:picMk id="30" creationId="{6096CC37-7FED-4049-8F71-E52B290CFCFE}"/>
          </ac:picMkLst>
        </pc:picChg>
        <pc:picChg chg="add del mod">
          <ac:chgData name="Ricardo Neves" userId="a2420d86-c959-463f-a209-2fea3ef854c2" providerId="ADAL" clId="{DFDCD0C2-651F-48EB-9014-B477B62D2459}" dt="2020-06-16T19:31:42.652" v="1068" actId="478"/>
          <ac:picMkLst>
            <pc:docMk/>
            <pc:sldMk cId="1937390665" sldId="260"/>
            <ac:picMk id="31" creationId="{62B8AEC6-104D-4D43-9156-948C38422644}"/>
          </ac:picMkLst>
        </pc:picChg>
        <pc:picChg chg="add mod">
          <ac:chgData name="Ricardo Neves" userId="a2420d86-c959-463f-a209-2fea3ef854c2" providerId="ADAL" clId="{DFDCD0C2-651F-48EB-9014-B477B62D2459}" dt="2020-06-16T19:38:35.126" v="1104" actId="1076"/>
          <ac:picMkLst>
            <pc:docMk/>
            <pc:sldMk cId="1937390665" sldId="260"/>
            <ac:picMk id="34" creationId="{C51A98E8-E2D1-454D-A6EF-B09F6081A99F}"/>
          </ac:picMkLst>
        </pc:picChg>
        <pc:picChg chg="add del mod">
          <ac:chgData name="Ricardo Neves" userId="a2420d86-c959-463f-a209-2fea3ef854c2" providerId="ADAL" clId="{DFDCD0C2-651F-48EB-9014-B477B62D2459}" dt="2020-06-16T19:36:54.787" v="1095" actId="478"/>
          <ac:picMkLst>
            <pc:docMk/>
            <pc:sldMk cId="1937390665" sldId="260"/>
            <ac:picMk id="35" creationId="{E489EF34-D291-47AD-8C0A-5FC4386DE0DB}"/>
          </ac:picMkLst>
        </pc:picChg>
        <pc:picChg chg="add mod">
          <ac:chgData name="Ricardo Neves" userId="a2420d86-c959-463f-a209-2fea3ef854c2" providerId="ADAL" clId="{DFDCD0C2-651F-48EB-9014-B477B62D2459}" dt="2020-06-16T19:39:57.846" v="1130" actId="1076"/>
          <ac:picMkLst>
            <pc:docMk/>
            <pc:sldMk cId="1937390665" sldId="260"/>
            <ac:picMk id="40" creationId="{EDD11614-117A-4575-BECD-F2D3038E170E}"/>
          </ac:picMkLst>
        </pc:picChg>
        <pc:picChg chg="add mod">
          <ac:chgData name="Ricardo Neves" userId="a2420d86-c959-463f-a209-2fea3ef854c2" providerId="ADAL" clId="{DFDCD0C2-651F-48EB-9014-B477B62D2459}" dt="2020-06-16T19:40:03.782" v="1132" actId="1076"/>
          <ac:picMkLst>
            <pc:docMk/>
            <pc:sldMk cId="1937390665" sldId="260"/>
            <ac:picMk id="42" creationId="{190D063A-FF9E-47DE-BB60-05F0E82DFED4}"/>
          </ac:picMkLst>
        </pc:picChg>
        <pc:picChg chg="add mod">
          <ac:chgData name="Ricardo Neves" userId="a2420d86-c959-463f-a209-2fea3ef854c2" providerId="ADAL" clId="{DFDCD0C2-651F-48EB-9014-B477B62D2459}" dt="2020-06-16T22:04:00.782" v="1418" actId="29295"/>
          <ac:picMkLst>
            <pc:docMk/>
            <pc:sldMk cId="1937390665" sldId="260"/>
            <ac:picMk id="43" creationId="{22F8798F-E06A-49DB-923B-ED7B1C77EB01}"/>
          </ac:picMkLst>
        </pc:picChg>
        <pc:picChg chg="add mod">
          <ac:chgData name="Ricardo Neves" userId="a2420d86-c959-463f-a209-2fea3ef854c2" providerId="ADAL" clId="{DFDCD0C2-651F-48EB-9014-B477B62D2459}" dt="2020-06-16T22:04:08.719" v="1424" actId="29295"/>
          <ac:picMkLst>
            <pc:docMk/>
            <pc:sldMk cId="1937390665" sldId="260"/>
            <ac:picMk id="44" creationId="{E04A3EA3-5D04-4F99-AA13-C657F4E1E84A}"/>
          </ac:picMkLst>
        </pc:picChg>
        <pc:picChg chg="add mod">
          <ac:chgData name="Ricardo Neves" userId="a2420d86-c959-463f-a209-2fea3ef854c2" providerId="ADAL" clId="{DFDCD0C2-651F-48EB-9014-B477B62D2459}" dt="2020-06-16T22:04:11.547" v="1426" actId="29295"/>
          <ac:picMkLst>
            <pc:docMk/>
            <pc:sldMk cId="1937390665" sldId="260"/>
            <ac:picMk id="45" creationId="{B450DD58-62EC-43B0-B314-8ADAD7E953D6}"/>
          </ac:picMkLst>
        </pc:picChg>
        <pc:picChg chg="add del mod">
          <ac:chgData name="Ricardo Neves" userId="a2420d86-c959-463f-a209-2fea3ef854c2" providerId="ADAL" clId="{DFDCD0C2-651F-48EB-9014-B477B62D2459}" dt="2020-06-16T21:45:10.285" v="1222" actId="478"/>
          <ac:picMkLst>
            <pc:docMk/>
            <pc:sldMk cId="1937390665" sldId="260"/>
            <ac:picMk id="46" creationId="{6B6842BC-7509-4E9E-A7B0-35D22A87E916}"/>
          </ac:picMkLst>
        </pc:picChg>
      </pc:sldChg>
      <pc:sldChg chg="addSp delSp modSp new mod">
        <pc:chgData name="Ricardo Neves" userId="a2420d86-c959-463f-a209-2fea3ef854c2" providerId="ADAL" clId="{DFDCD0C2-651F-48EB-9014-B477B62D2459}" dt="2020-06-16T21:53:35.772" v="1369" actId="207"/>
        <pc:sldMkLst>
          <pc:docMk/>
          <pc:sldMk cId="1412899883" sldId="261"/>
        </pc:sldMkLst>
        <pc:spChg chg="del">
          <ac:chgData name="Ricardo Neves" userId="a2420d86-c959-463f-a209-2fea3ef854c2" providerId="ADAL" clId="{DFDCD0C2-651F-48EB-9014-B477B62D2459}" dt="2020-06-16T18:33:14.137" v="108" actId="478"/>
          <ac:spMkLst>
            <pc:docMk/>
            <pc:sldMk cId="1412899883" sldId="261"/>
            <ac:spMk id="2" creationId="{18043B10-06A9-4CD0-8385-CD1E40557D3B}"/>
          </ac:spMkLst>
        </pc:spChg>
        <pc:spChg chg="del">
          <ac:chgData name="Ricardo Neves" userId="a2420d86-c959-463f-a209-2fea3ef854c2" providerId="ADAL" clId="{DFDCD0C2-651F-48EB-9014-B477B62D2459}" dt="2020-06-16T18:33:14.917" v="109" actId="478"/>
          <ac:spMkLst>
            <pc:docMk/>
            <pc:sldMk cId="1412899883" sldId="261"/>
            <ac:spMk id="3" creationId="{618159E3-2980-4062-99DE-432646760317}"/>
          </ac:spMkLst>
        </pc:spChg>
        <pc:spChg chg="add mod">
          <ac:chgData name="Ricardo Neves" userId="a2420d86-c959-463f-a209-2fea3ef854c2" providerId="ADAL" clId="{DFDCD0C2-651F-48EB-9014-B477B62D2459}" dt="2020-06-16T18:41:25.353" v="182" actId="14100"/>
          <ac:spMkLst>
            <pc:docMk/>
            <pc:sldMk cId="1412899883" sldId="261"/>
            <ac:spMk id="4" creationId="{57939EA2-7318-4827-8968-2A46B8A4EB27}"/>
          </ac:spMkLst>
        </pc:spChg>
        <pc:spChg chg="add mod">
          <ac:chgData name="Ricardo Neves" userId="a2420d86-c959-463f-a209-2fea3ef854c2" providerId="ADAL" clId="{DFDCD0C2-651F-48EB-9014-B477B62D2459}" dt="2020-06-16T18:36:03.100" v="123" actId="1076"/>
          <ac:spMkLst>
            <pc:docMk/>
            <pc:sldMk cId="1412899883" sldId="261"/>
            <ac:spMk id="5" creationId="{99D2DB4E-D815-41C6-8D9E-6B9788773643}"/>
          </ac:spMkLst>
        </pc:spChg>
        <pc:spChg chg="add mod">
          <ac:chgData name="Ricardo Neves" userId="a2420d86-c959-463f-a209-2fea3ef854c2" providerId="ADAL" clId="{DFDCD0C2-651F-48EB-9014-B477B62D2459}" dt="2020-06-16T18:36:20.442" v="126"/>
          <ac:spMkLst>
            <pc:docMk/>
            <pc:sldMk cId="1412899883" sldId="261"/>
            <ac:spMk id="6" creationId="{945977F7-266C-4B51-B5E2-51319807C7B2}"/>
          </ac:spMkLst>
        </pc:spChg>
        <pc:spChg chg="add mod">
          <ac:chgData name="Ricardo Neves" userId="a2420d86-c959-463f-a209-2fea3ef854c2" providerId="ADAL" clId="{DFDCD0C2-651F-48EB-9014-B477B62D2459}" dt="2020-06-16T18:41:00.407" v="175" actId="1076"/>
          <ac:spMkLst>
            <pc:docMk/>
            <pc:sldMk cId="1412899883" sldId="261"/>
            <ac:spMk id="7" creationId="{BE321816-5B35-4659-936B-30606D5A1534}"/>
          </ac:spMkLst>
        </pc:spChg>
        <pc:spChg chg="add mod">
          <ac:chgData name="Ricardo Neves" userId="a2420d86-c959-463f-a209-2fea3ef854c2" providerId="ADAL" clId="{DFDCD0C2-651F-48EB-9014-B477B62D2459}" dt="2020-06-16T18:41:00.407" v="175" actId="1076"/>
          <ac:spMkLst>
            <pc:docMk/>
            <pc:sldMk cId="1412899883" sldId="261"/>
            <ac:spMk id="8" creationId="{1D4CC952-E866-420B-A52D-6BE949B3F3C9}"/>
          </ac:spMkLst>
        </pc:spChg>
        <pc:spChg chg="add mod">
          <ac:chgData name="Ricardo Neves" userId="a2420d86-c959-463f-a209-2fea3ef854c2" providerId="ADAL" clId="{DFDCD0C2-651F-48EB-9014-B477B62D2459}" dt="2020-06-16T18:41:19.752" v="181" actId="14100"/>
          <ac:spMkLst>
            <pc:docMk/>
            <pc:sldMk cId="1412899883" sldId="261"/>
            <ac:spMk id="9" creationId="{91EC1BC9-DD93-4EF4-AAD6-141DD7DDCA17}"/>
          </ac:spMkLst>
        </pc:spChg>
        <pc:spChg chg="add del mod">
          <ac:chgData name="Ricardo Neves" userId="a2420d86-c959-463f-a209-2fea3ef854c2" providerId="ADAL" clId="{DFDCD0C2-651F-48EB-9014-B477B62D2459}" dt="2020-06-16T18:38:09.222" v="155" actId="207"/>
          <ac:spMkLst>
            <pc:docMk/>
            <pc:sldMk cId="1412899883" sldId="261"/>
            <ac:spMk id="10" creationId="{CB208260-EECF-4540-A875-53DD8E0224E8}"/>
          </ac:spMkLst>
        </pc:spChg>
        <pc:spChg chg="add mod">
          <ac:chgData name="Ricardo Neves" userId="a2420d86-c959-463f-a209-2fea3ef854c2" providerId="ADAL" clId="{DFDCD0C2-651F-48EB-9014-B477B62D2459}" dt="2020-06-16T18:41:00.407" v="175" actId="1076"/>
          <ac:spMkLst>
            <pc:docMk/>
            <pc:sldMk cId="1412899883" sldId="261"/>
            <ac:spMk id="11" creationId="{396F85C6-AF48-42D3-9842-30928027BE36}"/>
          </ac:spMkLst>
        </pc:spChg>
        <pc:spChg chg="add mod">
          <ac:chgData name="Ricardo Neves" userId="a2420d86-c959-463f-a209-2fea3ef854c2" providerId="ADAL" clId="{DFDCD0C2-651F-48EB-9014-B477B62D2459}" dt="2020-06-16T18:39:12.242" v="161"/>
          <ac:spMkLst>
            <pc:docMk/>
            <pc:sldMk cId="1412899883" sldId="261"/>
            <ac:spMk id="12" creationId="{EEC1E576-AE2F-4B0E-BE37-42DB6AA3D758}"/>
          </ac:spMkLst>
        </pc:spChg>
        <pc:spChg chg="add mod">
          <ac:chgData name="Ricardo Neves" userId="a2420d86-c959-463f-a209-2fea3ef854c2" providerId="ADAL" clId="{DFDCD0C2-651F-48EB-9014-B477B62D2459}" dt="2020-06-16T18:39:24.404" v="162"/>
          <ac:spMkLst>
            <pc:docMk/>
            <pc:sldMk cId="1412899883" sldId="261"/>
            <ac:spMk id="13" creationId="{85D8F795-C513-4600-AF33-2CB06159517D}"/>
          </ac:spMkLst>
        </pc:spChg>
        <pc:spChg chg="add mod">
          <ac:chgData name="Ricardo Neves" userId="a2420d86-c959-463f-a209-2fea3ef854c2" providerId="ADAL" clId="{DFDCD0C2-651F-48EB-9014-B477B62D2459}" dt="2020-06-16T18:41:10.766" v="177" actId="1076"/>
          <ac:spMkLst>
            <pc:docMk/>
            <pc:sldMk cId="1412899883" sldId="261"/>
            <ac:spMk id="14" creationId="{4385475A-1921-4B47-AB76-BEADA55CD3B1}"/>
          </ac:spMkLst>
        </pc:spChg>
        <pc:spChg chg="add mod">
          <ac:chgData name="Ricardo Neves" userId="a2420d86-c959-463f-a209-2fea3ef854c2" providerId="ADAL" clId="{DFDCD0C2-651F-48EB-9014-B477B62D2459}" dt="2020-06-16T18:41:10.766" v="177" actId="1076"/>
          <ac:spMkLst>
            <pc:docMk/>
            <pc:sldMk cId="1412899883" sldId="261"/>
            <ac:spMk id="15" creationId="{9F65834A-978F-43A2-9DB2-4CBD6CC0FE28}"/>
          </ac:spMkLst>
        </pc:spChg>
        <pc:spChg chg="add mod">
          <ac:chgData name="Ricardo Neves" userId="a2420d86-c959-463f-a209-2fea3ef854c2" providerId="ADAL" clId="{DFDCD0C2-651F-48EB-9014-B477B62D2459}" dt="2020-06-16T18:40:22.132" v="168" actId="207"/>
          <ac:spMkLst>
            <pc:docMk/>
            <pc:sldMk cId="1412899883" sldId="261"/>
            <ac:spMk id="16" creationId="{A740606C-5052-4EE9-AA80-25729F1CBD57}"/>
          </ac:spMkLst>
        </pc:spChg>
        <pc:spChg chg="add mod">
          <ac:chgData name="Ricardo Neves" userId="a2420d86-c959-463f-a209-2fea3ef854c2" providerId="ADAL" clId="{DFDCD0C2-651F-48EB-9014-B477B62D2459}" dt="2020-06-16T18:41:10.766" v="177" actId="1076"/>
          <ac:spMkLst>
            <pc:docMk/>
            <pc:sldMk cId="1412899883" sldId="261"/>
            <ac:spMk id="17" creationId="{82AA6B44-0E28-4168-B184-F8A935F4DD1C}"/>
          </ac:spMkLst>
        </pc:spChg>
        <pc:spChg chg="add mod">
          <ac:chgData name="Ricardo Neves" userId="a2420d86-c959-463f-a209-2fea3ef854c2" providerId="ADAL" clId="{DFDCD0C2-651F-48EB-9014-B477B62D2459}" dt="2020-06-16T18:41:19.752" v="181" actId="14100"/>
          <ac:spMkLst>
            <pc:docMk/>
            <pc:sldMk cId="1412899883" sldId="261"/>
            <ac:spMk id="18" creationId="{541D63CF-C452-4ADD-A938-A7D633CA47F2}"/>
          </ac:spMkLst>
        </pc:spChg>
        <pc:spChg chg="add mod">
          <ac:chgData name="Ricardo Neves" userId="a2420d86-c959-463f-a209-2fea3ef854c2" providerId="ADAL" clId="{DFDCD0C2-651F-48EB-9014-B477B62D2459}" dt="2020-06-16T21:53:35.772" v="1369" actId="207"/>
          <ac:spMkLst>
            <pc:docMk/>
            <pc:sldMk cId="1412899883" sldId="261"/>
            <ac:spMk id="22" creationId="{4A582CAF-C23C-43A3-AC8A-9A599B83290C}"/>
          </ac:spMkLst>
        </pc:spChg>
        <pc:picChg chg="add del mod">
          <ac:chgData name="Ricardo Neves" userId="a2420d86-c959-463f-a209-2fea3ef854c2" providerId="ADAL" clId="{DFDCD0C2-651F-48EB-9014-B477B62D2459}" dt="2020-06-16T18:42:23.739" v="194" actId="478"/>
          <ac:picMkLst>
            <pc:docMk/>
            <pc:sldMk cId="1412899883" sldId="261"/>
            <ac:picMk id="20" creationId="{0339EACB-AB63-4156-97E5-4A4C6A0C8EE6}"/>
          </ac:picMkLst>
        </pc:picChg>
        <pc:picChg chg="add mod">
          <ac:chgData name="Ricardo Neves" userId="a2420d86-c959-463f-a209-2fea3ef854c2" providerId="ADAL" clId="{DFDCD0C2-651F-48EB-9014-B477B62D2459}" dt="2020-06-16T18:43:12.594" v="210" actId="1076"/>
          <ac:picMkLst>
            <pc:docMk/>
            <pc:sldMk cId="1412899883" sldId="261"/>
            <ac:picMk id="21" creationId="{7A493904-B81F-4903-B6A2-6CB643292929}"/>
          </ac:picMkLst>
        </pc:picChg>
      </pc:sldChg>
      <pc:sldChg chg="addSp delSp modSp add mod">
        <pc:chgData name="Ricardo Neves" userId="a2420d86-c959-463f-a209-2fea3ef854c2" providerId="ADAL" clId="{DFDCD0C2-651F-48EB-9014-B477B62D2459}" dt="2020-06-16T18:43:01.234" v="205" actId="21"/>
        <pc:sldMkLst>
          <pc:docMk/>
          <pc:sldMk cId="4291834335" sldId="262"/>
        </pc:sldMkLst>
        <pc:spChg chg="del">
          <ac:chgData name="Ricardo Neves" userId="a2420d86-c959-463f-a209-2fea3ef854c2" providerId="ADAL" clId="{DFDCD0C2-651F-48EB-9014-B477B62D2459}" dt="2020-06-16T18:42:29.753" v="196" actId="478"/>
          <ac:spMkLst>
            <pc:docMk/>
            <pc:sldMk cId="4291834335" sldId="262"/>
            <ac:spMk id="4" creationId="{57939EA2-7318-4827-8968-2A46B8A4EB27}"/>
          </ac:spMkLst>
        </pc:spChg>
        <pc:spChg chg="del">
          <ac:chgData name="Ricardo Neves" userId="a2420d86-c959-463f-a209-2fea3ef854c2" providerId="ADAL" clId="{DFDCD0C2-651F-48EB-9014-B477B62D2459}" dt="2020-06-16T18:42:29.753" v="196" actId="478"/>
          <ac:spMkLst>
            <pc:docMk/>
            <pc:sldMk cId="4291834335" sldId="262"/>
            <ac:spMk id="5" creationId="{99D2DB4E-D815-41C6-8D9E-6B9788773643}"/>
          </ac:spMkLst>
        </pc:spChg>
        <pc:spChg chg="del">
          <ac:chgData name="Ricardo Neves" userId="a2420d86-c959-463f-a209-2fea3ef854c2" providerId="ADAL" clId="{DFDCD0C2-651F-48EB-9014-B477B62D2459}" dt="2020-06-16T18:42:29.753" v="196" actId="478"/>
          <ac:spMkLst>
            <pc:docMk/>
            <pc:sldMk cId="4291834335" sldId="262"/>
            <ac:spMk id="6" creationId="{945977F7-266C-4B51-B5E2-51319807C7B2}"/>
          </ac:spMkLst>
        </pc:spChg>
        <pc:spChg chg="del">
          <ac:chgData name="Ricardo Neves" userId="a2420d86-c959-463f-a209-2fea3ef854c2" providerId="ADAL" clId="{DFDCD0C2-651F-48EB-9014-B477B62D2459}" dt="2020-06-16T18:42:29.753" v="196" actId="478"/>
          <ac:spMkLst>
            <pc:docMk/>
            <pc:sldMk cId="4291834335" sldId="262"/>
            <ac:spMk id="7" creationId="{BE321816-5B35-4659-936B-30606D5A1534}"/>
          </ac:spMkLst>
        </pc:spChg>
        <pc:spChg chg="del">
          <ac:chgData name="Ricardo Neves" userId="a2420d86-c959-463f-a209-2fea3ef854c2" providerId="ADAL" clId="{DFDCD0C2-651F-48EB-9014-B477B62D2459}" dt="2020-06-16T18:42:29.753" v="196" actId="478"/>
          <ac:spMkLst>
            <pc:docMk/>
            <pc:sldMk cId="4291834335" sldId="262"/>
            <ac:spMk id="8" creationId="{1D4CC952-E866-420B-A52D-6BE949B3F3C9}"/>
          </ac:spMkLst>
        </pc:spChg>
        <pc:spChg chg="del">
          <ac:chgData name="Ricardo Neves" userId="a2420d86-c959-463f-a209-2fea3ef854c2" providerId="ADAL" clId="{DFDCD0C2-651F-48EB-9014-B477B62D2459}" dt="2020-06-16T18:42:29.753" v="196" actId="478"/>
          <ac:spMkLst>
            <pc:docMk/>
            <pc:sldMk cId="4291834335" sldId="262"/>
            <ac:spMk id="9" creationId="{91EC1BC9-DD93-4EF4-AAD6-141DD7DDCA17}"/>
          </ac:spMkLst>
        </pc:spChg>
        <pc:spChg chg="del">
          <ac:chgData name="Ricardo Neves" userId="a2420d86-c959-463f-a209-2fea3ef854c2" providerId="ADAL" clId="{DFDCD0C2-651F-48EB-9014-B477B62D2459}" dt="2020-06-16T18:42:29.753" v="196" actId="478"/>
          <ac:spMkLst>
            <pc:docMk/>
            <pc:sldMk cId="4291834335" sldId="262"/>
            <ac:spMk id="10" creationId="{CB208260-EECF-4540-A875-53DD8E0224E8}"/>
          </ac:spMkLst>
        </pc:spChg>
        <pc:spChg chg="del">
          <ac:chgData name="Ricardo Neves" userId="a2420d86-c959-463f-a209-2fea3ef854c2" providerId="ADAL" clId="{DFDCD0C2-651F-48EB-9014-B477B62D2459}" dt="2020-06-16T18:42:29.753" v="196" actId="478"/>
          <ac:spMkLst>
            <pc:docMk/>
            <pc:sldMk cId="4291834335" sldId="262"/>
            <ac:spMk id="11" creationId="{396F85C6-AF48-42D3-9842-30928027BE36}"/>
          </ac:spMkLst>
        </pc:spChg>
        <pc:spChg chg="del">
          <ac:chgData name="Ricardo Neves" userId="a2420d86-c959-463f-a209-2fea3ef854c2" providerId="ADAL" clId="{DFDCD0C2-651F-48EB-9014-B477B62D2459}" dt="2020-06-16T18:42:29.753" v="196" actId="478"/>
          <ac:spMkLst>
            <pc:docMk/>
            <pc:sldMk cId="4291834335" sldId="262"/>
            <ac:spMk id="12" creationId="{EEC1E576-AE2F-4B0E-BE37-42DB6AA3D758}"/>
          </ac:spMkLst>
        </pc:spChg>
        <pc:spChg chg="del">
          <ac:chgData name="Ricardo Neves" userId="a2420d86-c959-463f-a209-2fea3ef854c2" providerId="ADAL" clId="{DFDCD0C2-651F-48EB-9014-B477B62D2459}" dt="2020-06-16T18:42:29.753" v="196" actId="478"/>
          <ac:spMkLst>
            <pc:docMk/>
            <pc:sldMk cId="4291834335" sldId="262"/>
            <ac:spMk id="13" creationId="{85D8F795-C513-4600-AF33-2CB06159517D}"/>
          </ac:spMkLst>
        </pc:spChg>
        <pc:spChg chg="del">
          <ac:chgData name="Ricardo Neves" userId="a2420d86-c959-463f-a209-2fea3ef854c2" providerId="ADAL" clId="{DFDCD0C2-651F-48EB-9014-B477B62D2459}" dt="2020-06-16T18:42:29.753" v="196" actId="478"/>
          <ac:spMkLst>
            <pc:docMk/>
            <pc:sldMk cId="4291834335" sldId="262"/>
            <ac:spMk id="14" creationId="{4385475A-1921-4B47-AB76-BEADA55CD3B1}"/>
          </ac:spMkLst>
        </pc:spChg>
        <pc:spChg chg="del">
          <ac:chgData name="Ricardo Neves" userId="a2420d86-c959-463f-a209-2fea3ef854c2" providerId="ADAL" clId="{DFDCD0C2-651F-48EB-9014-B477B62D2459}" dt="2020-06-16T18:42:29.753" v="196" actId="478"/>
          <ac:spMkLst>
            <pc:docMk/>
            <pc:sldMk cId="4291834335" sldId="262"/>
            <ac:spMk id="15" creationId="{9F65834A-978F-43A2-9DB2-4CBD6CC0FE28}"/>
          </ac:spMkLst>
        </pc:spChg>
        <pc:spChg chg="del">
          <ac:chgData name="Ricardo Neves" userId="a2420d86-c959-463f-a209-2fea3ef854c2" providerId="ADAL" clId="{DFDCD0C2-651F-48EB-9014-B477B62D2459}" dt="2020-06-16T18:42:29.753" v="196" actId="478"/>
          <ac:spMkLst>
            <pc:docMk/>
            <pc:sldMk cId="4291834335" sldId="262"/>
            <ac:spMk id="16" creationId="{A740606C-5052-4EE9-AA80-25729F1CBD57}"/>
          </ac:spMkLst>
        </pc:spChg>
        <pc:spChg chg="del">
          <ac:chgData name="Ricardo Neves" userId="a2420d86-c959-463f-a209-2fea3ef854c2" providerId="ADAL" clId="{DFDCD0C2-651F-48EB-9014-B477B62D2459}" dt="2020-06-16T18:42:29.753" v="196" actId="478"/>
          <ac:spMkLst>
            <pc:docMk/>
            <pc:sldMk cId="4291834335" sldId="262"/>
            <ac:spMk id="17" creationId="{82AA6B44-0E28-4168-B184-F8A935F4DD1C}"/>
          </ac:spMkLst>
        </pc:spChg>
        <pc:spChg chg="del">
          <ac:chgData name="Ricardo Neves" userId="a2420d86-c959-463f-a209-2fea3ef854c2" providerId="ADAL" clId="{DFDCD0C2-651F-48EB-9014-B477B62D2459}" dt="2020-06-16T18:42:29.753" v="196" actId="478"/>
          <ac:spMkLst>
            <pc:docMk/>
            <pc:sldMk cId="4291834335" sldId="262"/>
            <ac:spMk id="18" creationId="{541D63CF-C452-4ADD-A938-A7D633CA47F2}"/>
          </ac:spMkLst>
        </pc:spChg>
        <pc:picChg chg="add mod">
          <ac:chgData name="Ricardo Neves" userId="a2420d86-c959-463f-a209-2fea3ef854c2" providerId="ADAL" clId="{DFDCD0C2-651F-48EB-9014-B477B62D2459}" dt="2020-06-16T18:42:36.120" v="200" actId="962"/>
          <ac:picMkLst>
            <pc:docMk/>
            <pc:sldMk cId="4291834335" sldId="262"/>
            <ac:picMk id="3" creationId="{6AB63CEB-ED7E-463F-9DF8-7221C2366909}"/>
          </ac:picMkLst>
        </pc:picChg>
        <pc:picChg chg="add del mod">
          <ac:chgData name="Ricardo Neves" userId="a2420d86-c959-463f-a209-2fea3ef854c2" providerId="ADAL" clId="{DFDCD0C2-651F-48EB-9014-B477B62D2459}" dt="2020-06-16T18:43:01.234" v="205" actId="21"/>
          <ac:picMkLst>
            <pc:docMk/>
            <pc:sldMk cId="4291834335" sldId="262"/>
            <ac:picMk id="20" creationId="{5284E0B6-379A-4119-BBDA-8A32176EEF7D}"/>
          </ac:picMkLst>
        </pc:picChg>
      </pc:sldChg>
      <pc:sldChg chg="addSp delSp modSp add mod">
        <pc:chgData name="Ricardo Neves" userId="a2420d86-c959-463f-a209-2fea3ef854c2" providerId="ADAL" clId="{DFDCD0C2-651F-48EB-9014-B477B62D2459}" dt="2020-06-16T21:48:02.974" v="1259" actId="478"/>
        <pc:sldMkLst>
          <pc:docMk/>
          <pc:sldMk cId="161192686" sldId="263"/>
        </pc:sldMkLst>
        <pc:spChg chg="del">
          <ac:chgData name="Ricardo Neves" userId="a2420d86-c959-463f-a209-2fea3ef854c2" providerId="ADAL" clId="{DFDCD0C2-651F-48EB-9014-B477B62D2459}" dt="2020-06-16T21:47:51.329" v="1254"/>
          <ac:spMkLst>
            <pc:docMk/>
            <pc:sldMk cId="161192686" sldId="263"/>
            <ac:spMk id="5" creationId="{27C3D95B-6E8D-4A1D-9195-8593B0AF07DA}"/>
          </ac:spMkLst>
        </pc:spChg>
        <pc:spChg chg="add del mod">
          <ac:chgData name="Ricardo Neves" userId="a2420d86-c959-463f-a209-2fea3ef854c2" providerId="ADAL" clId="{DFDCD0C2-651F-48EB-9014-B477B62D2459}" dt="2020-06-16T21:48:02.974" v="1259" actId="478"/>
          <ac:spMkLst>
            <pc:docMk/>
            <pc:sldMk cId="161192686" sldId="263"/>
            <ac:spMk id="31" creationId="{9FC6F43E-8EA4-49C5-BE9B-1E2720ED9647}"/>
          </ac:spMkLst>
        </pc:spChg>
        <pc:spChg chg="del mod">
          <ac:chgData name="Ricardo Neves" userId="a2420d86-c959-463f-a209-2fea3ef854c2" providerId="ADAL" clId="{DFDCD0C2-651F-48EB-9014-B477B62D2459}" dt="2020-06-16T21:47:57.070" v="1257" actId="478"/>
          <ac:spMkLst>
            <pc:docMk/>
            <pc:sldMk cId="161192686" sldId="263"/>
            <ac:spMk id="33" creationId="{F7D1E51A-CD42-43EA-ACBE-FCC17AF13E81}"/>
          </ac:spMkLst>
        </pc:spChg>
        <pc:spChg chg="mod">
          <ac:chgData name="Ricardo Neves" userId="a2420d86-c959-463f-a209-2fea3ef854c2" providerId="ADAL" clId="{DFDCD0C2-651F-48EB-9014-B477B62D2459}" dt="2020-06-16T21:48:00.486" v="1258" actId="20577"/>
          <ac:spMkLst>
            <pc:docMk/>
            <pc:sldMk cId="161192686" sldId="263"/>
            <ac:spMk id="35" creationId="{8906FFB2-F101-4A58-9485-8719B9B3B704}"/>
          </ac:spMkLst>
        </pc:spChg>
        <pc:spChg chg="del mod">
          <ac:chgData name="Ricardo Neves" userId="a2420d86-c959-463f-a209-2fea3ef854c2" providerId="ADAL" clId="{DFDCD0C2-651F-48EB-9014-B477B62D2459}" dt="2020-06-16T21:47:53.243" v="1255" actId="478"/>
          <ac:spMkLst>
            <pc:docMk/>
            <pc:sldMk cId="161192686" sldId="263"/>
            <ac:spMk id="36" creationId="{15ACE24B-CADA-4528-B546-4B1635EB1F36}"/>
          </ac:spMkLst>
        </pc:spChg>
        <pc:spChg chg="del">
          <ac:chgData name="Ricardo Neves" userId="a2420d86-c959-463f-a209-2fea3ef854c2" providerId="ADAL" clId="{DFDCD0C2-651F-48EB-9014-B477B62D2459}" dt="2020-06-16T21:47:45.088" v="1251" actId="478"/>
          <ac:spMkLst>
            <pc:docMk/>
            <pc:sldMk cId="161192686" sldId="263"/>
            <ac:spMk id="47" creationId="{31F42C29-8F42-4E88-9895-F39CDE8C3632}"/>
          </ac:spMkLst>
        </pc:spChg>
        <pc:spChg chg="del">
          <ac:chgData name="Ricardo Neves" userId="a2420d86-c959-463f-a209-2fea3ef854c2" providerId="ADAL" clId="{DFDCD0C2-651F-48EB-9014-B477B62D2459}" dt="2020-06-16T21:47:46.236" v="1253" actId="478"/>
          <ac:spMkLst>
            <pc:docMk/>
            <pc:sldMk cId="161192686" sldId="263"/>
            <ac:spMk id="48" creationId="{D8A93628-5DDB-4A32-B02F-2DBFE5662095}"/>
          </ac:spMkLst>
        </pc:spChg>
        <pc:spChg chg="del">
          <ac:chgData name="Ricardo Neves" userId="a2420d86-c959-463f-a209-2fea3ef854c2" providerId="ADAL" clId="{DFDCD0C2-651F-48EB-9014-B477B62D2459}" dt="2020-06-16T21:47:51.329" v="1254"/>
          <ac:spMkLst>
            <pc:docMk/>
            <pc:sldMk cId="161192686" sldId="263"/>
            <ac:spMk id="49" creationId="{C173EE93-C03A-4A75-BBCB-62695702A240}"/>
          </ac:spMkLst>
        </pc:spChg>
        <pc:spChg chg="del">
          <ac:chgData name="Ricardo Neves" userId="a2420d86-c959-463f-a209-2fea3ef854c2" providerId="ADAL" clId="{DFDCD0C2-651F-48EB-9014-B477B62D2459}" dt="2020-06-16T21:47:44.463" v="1250" actId="478"/>
          <ac:spMkLst>
            <pc:docMk/>
            <pc:sldMk cId="161192686" sldId="263"/>
            <ac:spMk id="50" creationId="{465EF8B8-3704-40FB-B039-805863EB53CA}"/>
          </ac:spMkLst>
        </pc:spChg>
        <pc:spChg chg="del">
          <ac:chgData name="Ricardo Neves" userId="a2420d86-c959-463f-a209-2fea3ef854c2" providerId="ADAL" clId="{DFDCD0C2-651F-48EB-9014-B477B62D2459}" dt="2020-06-16T21:47:45.690" v="1252" actId="478"/>
          <ac:spMkLst>
            <pc:docMk/>
            <pc:sldMk cId="161192686" sldId="263"/>
            <ac:spMk id="51" creationId="{6B032C71-E69C-46DC-940E-88FBD121C5CE}"/>
          </ac:spMkLst>
        </pc:spChg>
      </pc:sldChg>
      <pc:sldChg chg="add del">
        <pc:chgData name="Ricardo Neves" userId="a2420d86-c959-463f-a209-2fea3ef854c2" providerId="ADAL" clId="{DFDCD0C2-651F-48EB-9014-B477B62D2459}" dt="2020-06-16T19:26:54.042" v="985" actId="2696"/>
        <pc:sldMkLst>
          <pc:docMk/>
          <pc:sldMk cId="2144700219" sldId="263"/>
        </pc:sldMkLst>
      </pc:sldChg>
      <pc:sldChg chg="delSp modSp add mod">
        <pc:chgData name="Ricardo Neves" userId="a2420d86-c959-463f-a209-2fea3ef854c2" providerId="ADAL" clId="{DFDCD0C2-651F-48EB-9014-B477B62D2459}" dt="2020-06-16T21:49:06.702" v="1299" actId="20577"/>
        <pc:sldMkLst>
          <pc:docMk/>
          <pc:sldMk cId="4191338763" sldId="264"/>
        </pc:sldMkLst>
        <pc:spChg chg="del">
          <ac:chgData name="Ricardo Neves" userId="a2420d86-c959-463f-a209-2fea3ef854c2" providerId="ADAL" clId="{DFDCD0C2-651F-48EB-9014-B477B62D2459}" dt="2020-06-16T21:48:59.419" v="1294"/>
          <ac:spMkLst>
            <pc:docMk/>
            <pc:sldMk cId="4191338763" sldId="264"/>
            <ac:spMk id="5" creationId="{27C3D95B-6E8D-4A1D-9195-8593B0AF07DA}"/>
          </ac:spMkLst>
        </pc:spChg>
        <pc:spChg chg="del mod">
          <ac:chgData name="Ricardo Neves" userId="a2420d86-c959-463f-a209-2fea3ef854c2" providerId="ADAL" clId="{DFDCD0C2-651F-48EB-9014-B477B62D2459}" dt="2020-06-16T21:49:05.595" v="1298" actId="478"/>
          <ac:spMkLst>
            <pc:docMk/>
            <pc:sldMk cId="4191338763" sldId="264"/>
            <ac:spMk id="31" creationId="{9050AAA7-6BDF-4F4F-8327-463F17DB1B30}"/>
          </ac:spMkLst>
        </pc:spChg>
        <pc:spChg chg="mod">
          <ac:chgData name="Ricardo Neves" userId="a2420d86-c959-463f-a209-2fea3ef854c2" providerId="ADAL" clId="{DFDCD0C2-651F-48EB-9014-B477B62D2459}" dt="2020-06-16T21:49:06.702" v="1299" actId="20577"/>
          <ac:spMkLst>
            <pc:docMk/>
            <pc:sldMk cId="4191338763" sldId="264"/>
            <ac:spMk id="33" creationId="{5BCA47C1-724C-4770-B074-D91989029D37}"/>
          </ac:spMkLst>
        </pc:spChg>
        <pc:spChg chg="del mod">
          <ac:chgData name="Ricardo Neves" userId="a2420d86-c959-463f-a209-2fea3ef854c2" providerId="ADAL" clId="{DFDCD0C2-651F-48EB-9014-B477B62D2459}" dt="2020-06-16T21:49:02.728" v="1296" actId="478"/>
          <ac:spMkLst>
            <pc:docMk/>
            <pc:sldMk cId="4191338763" sldId="264"/>
            <ac:spMk id="35" creationId="{90432F20-DEF9-4274-B641-8A8C9EE11307}"/>
          </ac:spMkLst>
        </pc:spChg>
        <pc:spChg chg="del">
          <ac:chgData name="Ricardo Neves" userId="a2420d86-c959-463f-a209-2fea3ef854c2" providerId="ADAL" clId="{DFDCD0C2-651F-48EB-9014-B477B62D2459}" dt="2020-06-16T21:48:48.921" v="1290" actId="478"/>
          <ac:spMkLst>
            <pc:docMk/>
            <pc:sldMk cId="4191338763" sldId="264"/>
            <ac:spMk id="47" creationId="{31F42C29-8F42-4E88-9895-F39CDE8C3632}"/>
          </ac:spMkLst>
        </pc:spChg>
        <pc:spChg chg="del">
          <ac:chgData name="Ricardo Neves" userId="a2420d86-c959-463f-a209-2fea3ef854c2" providerId="ADAL" clId="{DFDCD0C2-651F-48EB-9014-B477B62D2459}" dt="2020-06-16T21:48:52.211" v="1293" actId="478"/>
          <ac:spMkLst>
            <pc:docMk/>
            <pc:sldMk cId="4191338763" sldId="264"/>
            <ac:spMk id="48" creationId="{D8A93628-5DDB-4A32-B02F-2DBFE5662095}"/>
          </ac:spMkLst>
        </pc:spChg>
        <pc:spChg chg="del">
          <ac:chgData name="Ricardo Neves" userId="a2420d86-c959-463f-a209-2fea3ef854c2" providerId="ADAL" clId="{DFDCD0C2-651F-48EB-9014-B477B62D2459}" dt="2020-06-16T21:48:50.381" v="1291" actId="478"/>
          <ac:spMkLst>
            <pc:docMk/>
            <pc:sldMk cId="4191338763" sldId="264"/>
            <ac:spMk id="49" creationId="{C173EE93-C03A-4A75-BBCB-62695702A240}"/>
          </ac:spMkLst>
        </pc:spChg>
        <pc:spChg chg="del">
          <ac:chgData name="Ricardo Neves" userId="a2420d86-c959-463f-a209-2fea3ef854c2" providerId="ADAL" clId="{DFDCD0C2-651F-48EB-9014-B477B62D2459}" dt="2020-06-16T21:48:59.419" v="1294"/>
          <ac:spMkLst>
            <pc:docMk/>
            <pc:sldMk cId="4191338763" sldId="264"/>
            <ac:spMk id="50" creationId="{465EF8B8-3704-40FB-B039-805863EB53CA}"/>
          </ac:spMkLst>
        </pc:spChg>
        <pc:spChg chg="del">
          <ac:chgData name="Ricardo Neves" userId="a2420d86-c959-463f-a209-2fea3ef854c2" providerId="ADAL" clId="{DFDCD0C2-651F-48EB-9014-B477B62D2459}" dt="2020-06-16T21:48:51.215" v="1292" actId="478"/>
          <ac:spMkLst>
            <pc:docMk/>
            <pc:sldMk cId="4191338763" sldId="264"/>
            <ac:spMk id="51" creationId="{6B032C71-E69C-46DC-940E-88FBD121C5CE}"/>
          </ac:spMkLst>
        </pc:spChg>
      </pc:sldChg>
      <pc:sldChg chg="delSp modSp add mod">
        <pc:chgData name="Ricardo Neves" userId="a2420d86-c959-463f-a209-2fea3ef854c2" providerId="ADAL" clId="{DFDCD0C2-651F-48EB-9014-B477B62D2459}" dt="2020-06-16T21:49:25.618" v="1307" actId="478"/>
        <pc:sldMkLst>
          <pc:docMk/>
          <pc:sldMk cId="2972607910" sldId="265"/>
        </pc:sldMkLst>
        <pc:spChg chg="del mod">
          <ac:chgData name="Ricardo Neves" userId="a2420d86-c959-463f-a209-2fea3ef854c2" providerId="ADAL" clId="{DFDCD0C2-651F-48EB-9014-B477B62D2459}" dt="2020-06-16T21:49:22.921" v="1305"/>
          <ac:spMkLst>
            <pc:docMk/>
            <pc:sldMk cId="2972607910" sldId="265"/>
            <ac:spMk id="5" creationId="{27C3D95B-6E8D-4A1D-9195-8593B0AF07DA}"/>
          </ac:spMkLst>
        </pc:spChg>
        <pc:spChg chg="del mod">
          <ac:chgData name="Ricardo Neves" userId="a2420d86-c959-463f-a209-2fea3ef854c2" providerId="ADAL" clId="{DFDCD0C2-651F-48EB-9014-B477B62D2459}" dt="2020-06-16T21:49:25.618" v="1307" actId="478"/>
          <ac:spMkLst>
            <pc:docMk/>
            <pc:sldMk cId="2972607910" sldId="265"/>
            <ac:spMk id="31" creationId="{C4784DA6-998F-4F85-B227-A5E3953F7A4C}"/>
          </ac:spMkLst>
        </pc:spChg>
        <pc:spChg chg="mod">
          <ac:chgData name="Ricardo Neves" userId="a2420d86-c959-463f-a209-2fea3ef854c2" providerId="ADAL" clId="{DFDCD0C2-651F-48EB-9014-B477B62D2459}" dt="2020-06-16T21:49:22.921" v="1305"/>
          <ac:spMkLst>
            <pc:docMk/>
            <pc:sldMk cId="2972607910" sldId="265"/>
            <ac:spMk id="33" creationId="{7FBD26DC-B033-4348-AD64-B9D0168B6FB2}"/>
          </ac:spMkLst>
        </pc:spChg>
        <pc:spChg chg="del mod">
          <ac:chgData name="Ricardo Neves" userId="a2420d86-c959-463f-a209-2fea3ef854c2" providerId="ADAL" clId="{DFDCD0C2-651F-48EB-9014-B477B62D2459}" dt="2020-06-16T21:49:24.595" v="1306" actId="478"/>
          <ac:spMkLst>
            <pc:docMk/>
            <pc:sldMk cId="2972607910" sldId="265"/>
            <ac:spMk id="35" creationId="{83753C1A-ABF7-4125-9AEA-9FF6F83605D8}"/>
          </ac:spMkLst>
        </pc:spChg>
        <pc:spChg chg="del">
          <ac:chgData name="Ricardo Neves" userId="a2420d86-c959-463f-a209-2fea3ef854c2" providerId="ADAL" clId="{DFDCD0C2-651F-48EB-9014-B477B62D2459}" dt="2020-06-16T21:49:11.732" v="1300" actId="478"/>
          <ac:spMkLst>
            <pc:docMk/>
            <pc:sldMk cId="2972607910" sldId="265"/>
            <ac:spMk id="47" creationId="{31F42C29-8F42-4E88-9895-F39CDE8C3632}"/>
          </ac:spMkLst>
        </pc:spChg>
        <pc:spChg chg="del">
          <ac:chgData name="Ricardo Neves" userId="a2420d86-c959-463f-a209-2fea3ef854c2" providerId="ADAL" clId="{DFDCD0C2-651F-48EB-9014-B477B62D2459}" dt="2020-06-16T21:49:14.423" v="1303" actId="478"/>
          <ac:spMkLst>
            <pc:docMk/>
            <pc:sldMk cId="2972607910" sldId="265"/>
            <ac:spMk id="48" creationId="{D8A93628-5DDB-4A32-B02F-2DBFE5662095}"/>
          </ac:spMkLst>
        </pc:spChg>
        <pc:spChg chg="del">
          <ac:chgData name="Ricardo Neves" userId="a2420d86-c959-463f-a209-2fea3ef854c2" providerId="ADAL" clId="{DFDCD0C2-651F-48EB-9014-B477B62D2459}" dt="2020-06-16T21:49:12.243" v="1301" actId="478"/>
          <ac:spMkLst>
            <pc:docMk/>
            <pc:sldMk cId="2972607910" sldId="265"/>
            <ac:spMk id="49" creationId="{C173EE93-C03A-4A75-BBCB-62695702A240}"/>
          </ac:spMkLst>
        </pc:spChg>
        <pc:spChg chg="del">
          <ac:chgData name="Ricardo Neves" userId="a2420d86-c959-463f-a209-2fea3ef854c2" providerId="ADAL" clId="{DFDCD0C2-651F-48EB-9014-B477B62D2459}" dt="2020-06-16T21:49:12.856" v="1302" actId="478"/>
          <ac:spMkLst>
            <pc:docMk/>
            <pc:sldMk cId="2972607910" sldId="265"/>
            <ac:spMk id="50" creationId="{465EF8B8-3704-40FB-B039-805863EB53CA}"/>
          </ac:spMkLst>
        </pc:spChg>
        <pc:spChg chg="del">
          <ac:chgData name="Ricardo Neves" userId="a2420d86-c959-463f-a209-2fea3ef854c2" providerId="ADAL" clId="{DFDCD0C2-651F-48EB-9014-B477B62D2459}" dt="2020-06-16T21:49:22.921" v="1305"/>
          <ac:spMkLst>
            <pc:docMk/>
            <pc:sldMk cId="2972607910" sldId="265"/>
            <ac:spMk id="51" creationId="{6B032C71-E69C-46DC-940E-88FBD121C5CE}"/>
          </ac:spMkLst>
        </pc:spChg>
      </pc:sldChg>
      <pc:sldChg chg="addSp delSp modSp add mod">
        <pc:chgData name="Ricardo Neves" userId="a2420d86-c959-463f-a209-2fea3ef854c2" providerId="ADAL" clId="{DFDCD0C2-651F-48EB-9014-B477B62D2459}" dt="2020-06-16T21:50:15.633" v="1355" actId="207"/>
        <pc:sldMkLst>
          <pc:docMk/>
          <pc:sldMk cId="1533287446" sldId="266"/>
        </pc:sldMkLst>
        <pc:spChg chg="add del">
          <ac:chgData name="Ricardo Neves" userId="a2420d86-c959-463f-a209-2fea3ef854c2" providerId="ADAL" clId="{DFDCD0C2-651F-48EB-9014-B477B62D2459}" dt="2020-06-16T21:49:52.559" v="1314"/>
          <ac:spMkLst>
            <pc:docMk/>
            <pc:sldMk cId="1533287446" sldId="266"/>
            <ac:spMk id="5" creationId="{27C3D95B-6E8D-4A1D-9195-8593B0AF07DA}"/>
          </ac:spMkLst>
        </pc:spChg>
        <pc:spChg chg="mod">
          <ac:chgData name="Ricardo Neves" userId="a2420d86-c959-463f-a209-2fea3ef854c2" providerId="ADAL" clId="{DFDCD0C2-651F-48EB-9014-B477B62D2459}" dt="2020-06-16T21:49:37.546" v="1313"/>
          <ac:spMkLst>
            <pc:docMk/>
            <pc:sldMk cId="1533287446" sldId="266"/>
            <ac:spMk id="31" creationId="{9A61C751-A7C3-4653-8C9C-1EE9A5BF7A6C}"/>
          </ac:spMkLst>
        </pc:spChg>
        <pc:spChg chg="mod">
          <ac:chgData name="Ricardo Neves" userId="a2420d86-c959-463f-a209-2fea3ef854c2" providerId="ADAL" clId="{DFDCD0C2-651F-48EB-9014-B477B62D2459}" dt="2020-06-16T21:49:37.546" v="1313"/>
          <ac:spMkLst>
            <pc:docMk/>
            <pc:sldMk cId="1533287446" sldId="266"/>
            <ac:spMk id="33" creationId="{4FDE3891-6A31-4BA7-BE51-46B327886F50}"/>
          </ac:spMkLst>
        </pc:spChg>
        <pc:spChg chg="mod">
          <ac:chgData name="Ricardo Neves" userId="a2420d86-c959-463f-a209-2fea3ef854c2" providerId="ADAL" clId="{DFDCD0C2-651F-48EB-9014-B477B62D2459}" dt="2020-06-16T21:49:37.546" v="1313"/>
          <ac:spMkLst>
            <pc:docMk/>
            <pc:sldMk cId="1533287446" sldId="266"/>
            <ac:spMk id="35" creationId="{E06D3B7F-1C71-44BB-97AD-17C71E4DC090}"/>
          </ac:spMkLst>
        </pc:spChg>
        <pc:spChg chg="del mod">
          <ac:chgData name="Ricardo Neves" userId="a2420d86-c959-463f-a209-2fea3ef854c2" providerId="ADAL" clId="{DFDCD0C2-651F-48EB-9014-B477B62D2459}" dt="2020-06-16T21:49:54.902" v="1316" actId="478"/>
          <ac:spMkLst>
            <pc:docMk/>
            <pc:sldMk cId="1533287446" sldId="266"/>
            <ac:spMk id="36" creationId="{81BBC53B-7CAA-4078-832E-A72AED61E19D}"/>
          </ac:spMkLst>
        </pc:spChg>
        <pc:spChg chg="mod">
          <ac:chgData name="Ricardo Neves" userId="a2420d86-c959-463f-a209-2fea3ef854c2" providerId="ADAL" clId="{DFDCD0C2-651F-48EB-9014-B477B62D2459}" dt="2020-06-16T21:50:15.633" v="1355" actId="207"/>
          <ac:spMkLst>
            <pc:docMk/>
            <pc:sldMk cId="1533287446" sldId="266"/>
            <ac:spMk id="37" creationId="{85CA0AF7-8902-4342-B91B-D123B6BD333C}"/>
          </ac:spMkLst>
        </pc:spChg>
        <pc:spChg chg="del mod">
          <ac:chgData name="Ricardo Neves" userId="a2420d86-c959-463f-a209-2fea3ef854c2" providerId="ADAL" clId="{DFDCD0C2-651F-48EB-9014-B477B62D2459}" dt="2020-06-16T21:49:54.055" v="1315" actId="478"/>
          <ac:spMkLst>
            <pc:docMk/>
            <pc:sldMk cId="1533287446" sldId="266"/>
            <ac:spMk id="38" creationId="{3193263E-CE52-4038-849F-D8AFC117DA15}"/>
          </ac:spMkLst>
        </pc:spChg>
        <pc:spChg chg="add del mod">
          <ac:chgData name="Ricardo Neves" userId="a2420d86-c959-463f-a209-2fea3ef854c2" providerId="ADAL" clId="{DFDCD0C2-651F-48EB-9014-B477B62D2459}" dt="2020-06-16T21:50:03.413" v="1320" actId="478"/>
          <ac:spMkLst>
            <pc:docMk/>
            <pc:sldMk cId="1533287446" sldId="266"/>
            <ac:spMk id="39" creationId="{6CB23AF9-CC3C-4155-AF3E-0673708166D8}"/>
          </ac:spMkLst>
        </pc:spChg>
        <pc:spChg chg="del">
          <ac:chgData name="Ricardo Neves" userId="a2420d86-c959-463f-a209-2fea3ef854c2" providerId="ADAL" clId="{DFDCD0C2-651F-48EB-9014-B477B62D2459}" dt="2020-06-16T21:49:29.481" v="1308" actId="478"/>
          <ac:spMkLst>
            <pc:docMk/>
            <pc:sldMk cId="1533287446" sldId="266"/>
            <ac:spMk id="47" creationId="{31F42C29-8F42-4E88-9895-F39CDE8C3632}"/>
          </ac:spMkLst>
        </pc:spChg>
        <pc:spChg chg="add del">
          <ac:chgData name="Ricardo Neves" userId="a2420d86-c959-463f-a209-2fea3ef854c2" providerId="ADAL" clId="{DFDCD0C2-651F-48EB-9014-B477B62D2459}" dt="2020-06-16T21:49:52.559" v="1314"/>
          <ac:spMkLst>
            <pc:docMk/>
            <pc:sldMk cId="1533287446" sldId="266"/>
            <ac:spMk id="48" creationId="{D8A93628-5DDB-4A32-B02F-2DBFE5662095}"/>
          </ac:spMkLst>
        </pc:spChg>
        <pc:spChg chg="del">
          <ac:chgData name="Ricardo Neves" userId="a2420d86-c959-463f-a209-2fea3ef854c2" providerId="ADAL" clId="{DFDCD0C2-651F-48EB-9014-B477B62D2459}" dt="2020-06-16T21:49:30.043" v="1309" actId="478"/>
          <ac:spMkLst>
            <pc:docMk/>
            <pc:sldMk cId="1533287446" sldId="266"/>
            <ac:spMk id="49" creationId="{C173EE93-C03A-4A75-BBCB-62695702A240}"/>
          </ac:spMkLst>
        </pc:spChg>
        <pc:spChg chg="del">
          <ac:chgData name="Ricardo Neves" userId="a2420d86-c959-463f-a209-2fea3ef854c2" providerId="ADAL" clId="{DFDCD0C2-651F-48EB-9014-B477B62D2459}" dt="2020-06-16T21:49:30.491" v="1310" actId="478"/>
          <ac:spMkLst>
            <pc:docMk/>
            <pc:sldMk cId="1533287446" sldId="266"/>
            <ac:spMk id="50" creationId="{465EF8B8-3704-40FB-B039-805863EB53CA}"/>
          </ac:spMkLst>
        </pc:spChg>
        <pc:spChg chg="del">
          <ac:chgData name="Ricardo Neves" userId="a2420d86-c959-463f-a209-2fea3ef854c2" providerId="ADAL" clId="{DFDCD0C2-651F-48EB-9014-B477B62D2459}" dt="2020-06-16T21:49:30.842" v="1311" actId="478"/>
          <ac:spMkLst>
            <pc:docMk/>
            <pc:sldMk cId="1533287446" sldId="266"/>
            <ac:spMk id="51" creationId="{6B032C71-E69C-46DC-940E-88FBD121C5CE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AB6760-25FD-452F-A327-D0C219C9B708}" type="datetimeFigureOut">
              <a:rPr lang="pt-BR" smtClean="0"/>
              <a:t>22/10/2025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822756-EFC7-4145-8FE6-F550B5657C71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331617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23" indent="0" algn="ctr">
              <a:buNone/>
              <a:defRPr sz="2000"/>
            </a:lvl2pPr>
            <a:lvl3pPr marL="914446" indent="0" algn="ctr">
              <a:buNone/>
              <a:defRPr sz="1800"/>
            </a:lvl3pPr>
            <a:lvl4pPr marL="1371669" indent="0" algn="ctr">
              <a:buNone/>
              <a:defRPr sz="1600"/>
            </a:lvl4pPr>
            <a:lvl5pPr marL="1828891" indent="0" algn="ctr">
              <a:buNone/>
              <a:defRPr sz="1600"/>
            </a:lvl5pPr>
            <a:lvl6pPr marL="2286114" indent="0" algn="ctr">
              <a:buNone/>
              <a:defRPr sz="1600"/>
            </a:lvl6pPr>
            <a:lvl7pPr marL="2743337" indent="0" algn="ctr">
              <a:buNone/>
              <a:defRPr sz="1600"/>
            </a:lvl7pPr>
            <a:lvl8pPr marL="3200560" indent="0" algn="ctr">
              <a:buNone/>
              <a:defRPr sz="1600"/>
            </a:lvl8pPr>
            <a:lvl9pPr marL="3657783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11B57-432B-4855-A7F3-89B13A79E45D}" type="datetimeFigureOut">
              <a:rPr lang="pt-BR" smtClean="0"/>
              <a:t>22/10/2025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4A819-7B39-43E0-B38D-63885B3DF9F5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4443840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11B57-432B-4855-A7F3-89B13A79E45D}" type="datetimeFigureOut">
              <a:rPr lang="pt-BR" smtClean="0"/>
              <a:t>22/10/2025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4A819-7B39-43E0-B38D-63885B3DF9F5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858204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23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46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6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9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11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33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56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78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11B57-432B-4855-A7F3-89B13A79E45D}" type="datetimeFigureOut">
              <a:rPr lang="pt-BR" smtClean="0"/>
              <a:t>22/10/2025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4A819-7B39-43E0-B38D-63885B3DF9F5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95654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6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6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11B57-432B-4855-A7F3-89B13A79E45D}" type="datetimeFigureOut">
              <a:rPr lang="pt-BR" smtClean="0"/>
              <a:t>22/10/2025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4A819-7B39-43E0-B38D-63885B3DF9F5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25486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6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23" indent="0">
              <a:buNone/>
              <a:defRPr sz="2000" b="1"/>
            </a:lvl2pPr>
            <a:lvl3pPr marL="914446" indent="0">
              <a:buNone/>
              <a:defRPr sz="1800" b="1"/>
            </a:lvl3pPr>
            <a:lvl4pPr marL="1371669" indent="0">
              <a:buNone/>
              <a:defRPr sz="1600" b="1"/>
            </a:lvl4pPr>
            <a:lvl5pPr marL="1828891" indent="0">
              <a:buNone/>
              <a:defRPr sz="1600" b="1"/>
            </a:lvl5pPr>
            <a:lvl6pPr marL="2286114" indent="0">
              <a:buNone/>
              <a:defRPr sz="1600" b="1"/>
            </a:lvl6pPr>
            <a:lvl7pPr marL="2743337" indent="0">
              <a:buNone/>
              <a:defRPr sz="1600" b="1"/>
            </a:lvl7pPr>
            <a:lvl8pPr marL="3200560" indent="0">
              <a:buNone/>
              <a:defRPr sz="1600" b="1"/>
            </a:lvl8pPr>
            <a:lvl9pPr marL="3657783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23" indent="0">
              <a:buNone/>
              <a:defRPr sz="2000" b="1"/>
            </a:lvl2pPr>
            <a:lvl3pPr marL="914446" indent="0">
              <a:buNone/>
              <a:defRPr sz="1800" b="1"/>
            </a:lvl3pPr>
            <a:lvl4pPr marL="1371669" indent="0">
              <a:buNone/>
              <a:defRPr sz="1600" b="1"/>
            </a:lvl4pPr>
            <a:lvl5pPr marL="1828891" indent="0">
              <a:buNone/>
              <a:defRPr sz="1600" b="1"/>
            </a:lvl5pPr>
            <a:lvl6pPr marL="2286114" indent="0">
              <a:buNone/>
              <a:defRPr sz="1600" b="1"/>
            </a:lvl6pPr>
            <a:lvl7pPr marL="2743337" indent="0">
              <a:buNone/>
              <a:defRPr sz="1600" b="1"/>
            </a:lvl7pPr>
            <a:lvl8pPr marL="3200560" indent="0">
              <a:buNone/>
              <a:defRPr sz="1600" b="1"/>
            </a:lvl8pPr>
            <a:lvl9pPr marL="3657783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11B57-432B-4855-A7F3-89B13A79E45D}" type="datetimeFigureOut">
              <a:rPr lang="pt-BR" smtClean="0"/>
              <a:t>22/10/2025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4A819-7B39-43E0-B38D-63885B3DF9F5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863224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11B57-432B-4855-A7F3-89B13A79E45D}" type="datetimeFigureOut">
              <a:rPr lang="pt-BR" smtClean="0"/>
              <a:t>22/10/2025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4A819-7B39-43E0-B38D-63885B3DF9F5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44371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11B57-432B-4855-A7F3-89B13A79E45D}" type="datetimeFigureOut">
              <a:rPr lang="pt-BR" smtClean="0"/>
              <a:t>22/10/2025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4A819-7B39-43E0-B38D-63885B3DF9F5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86466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23" indent="0">
              <a:buNone/>
              <a:defRPr sz="1400"/>
            </a:lvl2pPr>
            <a:lvl3pPr marL="914446" indent="0">
              <a:buNone/>
              <a:defRPr sz="1200"/>
            </a:lvl3pPr>
            <a:lvl4pPr marL="1371669" indent="0">
              <a:buNone/>
              <a:defRPr sz="1000"/>
            </a:lvl4pPr>
            <a:lvl5pPr marL="1828891" indent="0">
              <a:buNone/>
              <a:defRPr sz="1000"/>
            </a:lvl5pPr>
            <a:lvl6pPr marL="2286114" indent="0">
              <a:buNone/>
              <a:defRPr sz="1000"/>
            </a:lvl6pPr>
            <a:lvl7pPr marL="2743337" indent="0">
              <a:buNone/>
              <a:defRPr sz="1000"/>
            </a:lvl7pPr>
            <a:lvl8pPr marL="3200560" indent="0">
              <a:buNone/>
              <a:defRPr sz="1000"/>
            </a:lvl8pPr>
            <a:lvl9pPr marL="3657783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11B57-432B-4855-A7F3-89B13A79E45D}" type="datetimeFigureOut">
              <a:rPr lang="pt-BR" smtClean="0"/>
              <a:t>22/10/2025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4A819-7B39-43E0-B38D-63885B3DF9F5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258795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6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23" indent="0">
              <a:buNone/>
              <a:defRPr sz="1400"/>
            </a:lvl2pPr>
            <a:lvl3pPr marL="914446" indent="0">
              <a:buNone/>
              <a:defRPr sz="1200"/>
            </a:lvl3pPr>
            <a:lvl4pPr marL="1371669" indent="0">
              <a:buNone/>
              <a:defRPr sz="1000"/>
            </a:lvl4pPr>
            <a:lvl5pPr marL="1828891" indent="0">
              <a:buNone/>
              <a:defRPr sz="1000"/>
            </a:lvl5pPr>
            <a:lvl6pPr marL="2286114" indent="0">
              <a:buNone/>
              <a:defRPr sz="1000"/>
            </a:lvl6pPr>
            <a:lvl7pPr marL="2743337" indent="0">
              <a:buNone/>
              <a:defRPr sz="1000"/>
            </a:lvl7pPr>
            <a:lvl8pPr marL="3200560" indent="0">
              <a:buNone/>
              <a:defRPr sz="1000"/>
            </a:lvl8pPr>
            <a:lvl9pPr marL="3657783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11B57-432B-4855-A7F3-89B13A79E45D}" type="datetimeFigureOut">
              <a:rPr lang="pt-BR" smtClean="0"/>
              <a:t>22/10/2025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4A819-7B39-43E0-B38D-63885B3DF9F5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10711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11B57-432B-4855-A7F3-89B13A79E45D}" type="datetimeFigureOut">
              <a:rPr lang="pt-BR" smtClean="0"/>
              <a:t>22/10/2025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4A819-7B39-43E0-B38D-63885B3DF9F5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910850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6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6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11B57-432B-4855-A7F3-89B13A79E45D}" type="datetimeFigureOut">
              <a:rPr lang="pt-BR" smtClean="0"/>
              <a:t>22/10/2025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4A819-7B39-43E0-B38D-63885B3DF9F5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411436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6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A11B57-432B-4855-A7F3-89B13A79E45D}" type="datetimeFigureOut">
              <a:rPr lang="pt-BR" smtClean="0"/>
              <a:t>22/10/2025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24A819-7B39-43E0-B38D-63885B3DF9F5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600875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46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11" indent="-228611" algn="l" defTabSz="914446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34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57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80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503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726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949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171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394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23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46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69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91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114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337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560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783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>
          <p15:clr>
            <a:srgbClr val="F26B43"/>
          </p15:clr>
        </p15:guide>
        <p15:guide id="2" pos="11520">
          <p15:clr>
            <a:srgbClr val="F26B43"/>
          </p15:clr>
        </p15:guide>
        <p15:guide id="3" pos="160">
          <p15:clr>
            <a:srgbClr val="F26B43"/>
          </p15:clr>
        </p15:guide>
        <p15:guide id="4" pos="811">
          <p15:clr>
            <a:srgbClr val="F26B43"/>
          </p15:clr>
        </p15:guide>
        <p15:guide id="5" pos="971">
          <p15:clr>
            <a:srgbClr val="F26B43"/>
          </p15:clr>
        </p15:guide>
        <p15:guide id="6" pos="1622">
          <p15:clr>
            <a:srgbClr val="F26B43"/>
          </p15:clr>
        </p15:guide>
        <p15:guide id="7" pos="1782">
          <p15:clr>
            <a:srgbClr val="F26B43"/>
          </p15:clr>
        </p15:guide>
        <p15:guide id="8" pos="2434">
          <p15:clr>
            <a:srgbClr val="F26B43"/>
          </p15:clr>
        </p15:guide>
        <p15:guide id="9" pos="2594">
          <p15:clr>
            <a:srgbClr val="F26B43"/>
          </p15:clr>
        </p15:guide>
        <p15:guide id="10" pos="3245">
          <p15:clr>
            <a:srgbClr val="F26B43"/>
          </p15:clr>
        </p15:guide>
        <p15:guide id="11" pos="3405">
          <p15:clr>
            <a:srgbClr val="F26B43"/>
          </p15:clr>
        </p15:guide>
        <p15:guide id="12" pos="4057">
          <p15:clr>
            <a:srgbClr val="F26B43"/>
          </p15:clr>
        </p15:guide>
        <p15:guide id="13" pos="4217">
          <p15:clr>
            <a:srgbClr val="F26B43"/>
          </p15:clr>
        </p15:guide>
        <p15:guide id="14" pos="4868">
          <p15:clr>
            <a:srgbClr val="F26B43"/>
          </p15:clr>
        </p15:guide>
        <p15:guide id="15" pos="5028">
          <p15:clr>
            <a:srgbClr val="F26B43"/>
          </p15:clr>
        </p15:guide>
        <p15:guide id="16" pos="5680">
          <p15:clr>
            <a:srgbClr val="F26B43"/>
          </p15:clr>
        </p15:guide>
        <p15:guide id="17" pos="5840">
          <p15:clr>
            <a:srgbClr val="F26B43"/>
          </p15:clr>
        </p15:guide>
        <p15:guide id="18" pos="6491">
          <p15:clr>
            <a:srgbClr val="F26B43"/>
          </p15:clr>
        </p15:guide>
        <p15:guide id="19" pos="6651">
          <p15:clr>
            <a:srgbClr val="F26B43"/>
          </p15:clr>
        </p15:guide>
        <p15:guide id="20" pos="7302">
          <p15:clr>
            <a:srgbClr val="F26B43"/>
          </p15:clr>
        </p15:guide>
        <p15:guide id="21" pos="7462">
          <p15:clr>
            <a:srgbClr val="F26B43"/>
          </p15:clr>
        </p15:guide>
        <p15:guide id="22" pos="8114">
          <p15:clr>
            <a:srgbClr val="F26B43"/>
          </p15:clr>
        </p15:guide>
        <p15:guide id="23" pos="8274">
          <p15:clr>
            <a:srgbClr val="F26B43"/>
          </p15:clr>
        </p15:guide>
        <p15:guide id="24" pos="8925">
          <p15:clr>
            <a:srgbClr val="F26B43"/>
          </p15:clr>
        </p15:guide>
        <p15:guide id="25" pos="9085">
          <p15:clr>
            <a:srgbClr val="F26B43"/>
          </p15:clr>
        </p15:guide>
        <p15:guide id="26" pos="9737">
          <p15:clr>
            <a:srgbClr val="F26B43"/>
          </p15:clr>
        </p15:guide>
        <p15:guide id="27" pos="9897">
          <p15:clr>
            <a:srgbClr val="F26B43"/>
          </p15:clr>
        </p15:guide>
        <p15:guide id="28" pos="10548">
          <p15:clr>
            <a:srgbClr val="F26B43"/>
          </p15:clr>
        </p15:guide>
        <p15:guide id="29" pos="10708">
          <p15:clr>
            <a:srgbClr val="F26B43"/>
          </p15:clr>
        </p15:guide>
        <p15:guide id="30" pos="11360">
          <p15:clr>
            <a:srgbClr val="F26B43"/>
          </p15:clr>
        </p15:guide>
        <p15:guide id="31" orient="horz">
          <p15:clr>
            <a:srgbClr val="F26B43"/>
          </p15:clr>
        </p15:guide>
        <p15:guide id="32" orient="horz" pos="6480">
          <p15:clr>
            <a:srgbClr val="F26B43"/>
          </p15:clr>
        </p15:guide>
        <p15:guide id="33" orient="horz" pos="302">
          <p15:clr>
            <a:srgbClr val="F26B43"/>
          </p15:clr>
        </p15:guide>
        <p15:guide id="34" orient="horz" pos="462">
          <p15:clr>
            <a:srgbClr val="F26B43"/>
          </p15:clr>
        </p15:guide>
        <p15:guide id="35" orient="horz" pos="765">
          <p15:clr>
            <a:srgbClr val="F26B43"/>
          </p15:clr>
        </p15:guide>
        <p15:guide id="36" orient="horz" pos="925">
          <p15:clr>
            <a:srgbClr val="F26B43"/>
          </p15:clr>
        </p15:guide>
        <p15:guide id="37" orient="horz" pos="1228">
          <p15:clr>
            <a:srgbClr val="F26B43"/>
          </p15:clr>
        </p15:guide>
        <p15:guide id="38" orient="horz" pos="1388">
          <p15:clr>
            <a:srgbClr val="F26B43"/>
          </p15:clr>
        </p15:guide>
        <p15:guide id="39" orient="horz" pos="1691">
          <p15:clr>
            <a:srgbClr val="F26B43"/>
          </p15:clr>
        </p15:guide>
        <p15:guide id="40" orient="horz" pos="1851">
          <p15:clr>
            <a:srgbClr val="F26B43"/>
          </p15:clr>
        </p15:guide>
        <p15:guide id="41" orient="horz" pos="2154">
          <p15:clr>
            <a:srgbClr val="F26B43"/>
          </p15:clr>
        </p15:guide>
        <p15:guide id="42" orient="horz" pos="2314">
          <p15:clr>
            <a:srgbClr val="F26B43"/>
          </p15:clr>
        </p15:guide>
        <p15:guide id="43" orient="horz" pos="2617">
          <p15:clr>
            <a:srgbClr val="F26B43"/>
          </p15:clr>
        </p15:guide>
        <p15:guide id="44" orient="horz" pos="2777">
          <p15:clr>
            <a:srgbClr val="F26B43"/>
          </p15:clr>
        </p15:guide>
        <p15:guide id="45" orient="horz" pos="3080">
          <p15:clr>
            <a:srgbClr val="F26B43"/>
          </p15:clr>
        </p15:guide>
        <p15:guide id="46" orient="horz" pos="3240">
          <p15:clr>
            <a:srgbClr val="F26B43"/>
          </p15:clr>
        </p15:guide>
        <p15:guide id="47" orient="horz" pos="3542">
          <p15:clr>
            <a:srgbClr val="F26B43"/>
          </p15:clr>
        </p15:guide>
        <p15:guide id="48" orient="horz" pos="3702">
          <p15:clr>
            <a:srgbClr val="F26B43"/>
          </p15:clr>
        </p15:guide>
        <p15:guide id="49" orient="horz" pos="4005">
          <p15:clr>
            <a:srgbClr val="F26B43"/>
          </p15:clr>
        </p15:guide>
        <p15:guide id="50" orient="horz" pos="4165">
          <p15:clr>
            <a:srgbClr val="F26B43"/>
          </p15:clr>
        </p15:guide>
        <p15:guide id="51" orient="horz" pos="4468">
          <p15:clr>
            <a:srgbClr val="F26B43"/>
          </p15:clr>
        </p15:guide>
        <p15:guide id="52" orient="horz" pos="4628">
          <p15:clr>
            <a:srgbClr val="F26B43"/>
          </p15:clr>
        </p15:guide>
        <p15:guide id="53" orient="horz" pos="4931">
          <p15:clr>
            <a:srgbClr val="F26B43"/>
          </p15:clr>
        </p15:guide>
        <p15:guide id="54" orient="horz" pos="5091">
          <p15:clr>
            <a:srgbClr val="F26B43"/>
          </p15:clr>
        </p15:guide>
        <p15:guide id="55" orient="horz" pos="5394">
          <p15:clr>
            <a:srgbClr val="F26B43"/>
          </p15:clr>
        </p15:guide>
        <p15:guide id="56" orient="horz" pos="5554">
          <p15:clr>
            <a:srgbClr val="F26B43"/>
          </p15:clr>
        </p15:guide>
        <p15:guide id="57" orient="horz" pos="5857">
          <p15:clr>
            <a:srgbClr val="F26B43"/>
          </p15:clr>
        </p15:guide>
        <p15:guide id="58" orient="horz" pos="6017">
          <p15:clr>
            <a:srgbClr val="F26B43"/>
          </p15:clr>
        </p15:guide>
        <p15:guide id="59" orient="horz" pos="632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svg"/><Relationship Id="rId13" Type="http://schemas.openxmlformats.org/officeDocument/2006/relationships/image" Target="../media/image7.png"/><Relationship Id="rId3" Type="http://schemas.openxmlformats.org/officeDocument/2006/relationships/image" Target="../media/image12.svg"/><Relationship Id="rId7" Type="http://schemas.openxmlformats.org/officeDocument/2006/relationships/image" Target="../media/image1.png"/><Relationship Id="rId12" Type="http://schemas.openxmlformats.org/officeDocument/2006/relationships/image" Target="../media/image6.png"/><Relationship Id="rId2" Type="http://schemas.openxmlformats.org/officeDocument/2006/relationships/image" Target="../media/image11.png"/><Relationship Id="rId16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svg"/><Relationship Id="rId11" Type="http://schemas.openxmlformats.org/officeDocument/2006/relationships/image" Target="../media/image5.png"/><Relationship Id="rId5" Type="http://schemas.openxmlformats.org/officeDocument/2006/relationships/image" Target="../media/image14.svg"/><Relationship Id="rId15" Type="http://schemas.openxmlformats.org/officeDocument/2006/relationships/image" Target="../media/image9.png"/><Relationship Id="rId10" Type="http://schemas.openxmlformats.org/officeDocument/2006/relationships/image" Target="../media/image4.png"/><Relationship Id="rId4" Type="http://schemas.openxmlformats.org/officeDocument/2006/relationships/image" Target="../media/image13.png"/><Relationship Id="rId9" Type="http://schemas.openxmlformats.org/officeDocument/2006/relationships/image" Target="../media/image3.png"/><Relationship Id="rId1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tângulo Arredondado 3">
            <a:extLst>
              <a:ext uri="{FF2B5EF4-FFF2-40B4-BE49-F238E27FC236}">
                <a16:creationId xmlns:a16="http://schemas.microsoft.com/office/drawing/2014/main" id="{4AB1C8B1-57AF-4369-8D08-7EE28EE9684B}"/>
              </a:ext>
            </a:extLst>
          </p:cNvPr>
          <p:cNvSpPr/>
          <p:nvPr/>
        </p:nvSpPr>
        <p:spPr>
          <a:xfrm>
            <a:off x="327169" y="0"/>
            <a:ext cx="11864831" cy="6858000"/>
          </a:xfrm>
          <a:prstGeom prst="roundRect">
            <a:avLst>
              <a:gd name="adj" fmla="val 4253"/>
            </a:avLst>
          </a:prstGeom>
          <a:solidFill>
            <a:srgbClr val="1D1D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sp>
        <p:nvSpPr>
          <p:cNvPr id="33" name="Retângulo Arredondado 4">
            <a:extLst>
              <a:ext uri="{FF2B5EF4-FFF2-40B4-BE49-F238E27FC236}">
                <a16:creationId xmlns:a16="http://schemas.microsoft.com/office/drawing/2014/main" id="{360E21D8-6ECE-44F0-8069-4DB1FB6435DC}"/>
              </a:ext>
            </a:extLst>
          </p:cNvPr>
          <p:cNvSpPr/>
          <p:nvPr/>
        </p:nvSpPr>
        <p:spPr>
          <a:xfrm>
            <a:off x="1095375" y="123825"/>
            <a:ext cx="10972800" cy="6610349"/>
          </a:xfrm>
          <a:prstGeom prst="roundRect">
            <a:avLst>
              <a:gd name="adj" fmla="val 4253"/>
            </a:avLst>
          </a:prstGeom>
          <a:solidFill>
            <a:srgbClr val="EFF3F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Retângulo: Cantos Arredondados 39">
            <a:extLst>
              <a:ext uri="{FF2B5EF4-FFF2-40B4-BE49-F238E27FC236}">
                <a16:creationId xmlns:a16="http://schemas.microsoft.com/office/drawing/2014/main" id="{14A6721E-BB62-4CDA-B443-4A6A00CC9BED}"/>
              </a:ext>
            </a:extLst>
          </p:cNvPr>
          <p:cNvSpPr/>
          <p:nvPr/>
        </p:nvSpPr>
        <p:spPr>
          <a:xfrm>
            <a:off x="1316006" y="2065273"/>
            <a:ext cx="4500843" cy="2099178"/>
          </a:xfrm>
          <a:prstGeom prst="roundRect">
            <a:avLst>
              <a:gd name="adj" fmla="val 2971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 dirty="0"/>
          </a:p>
        </p:txBody>
      </p:sp>
      <p:sp>
        <p:nvSpPr>
          <p:cNvPr id="44" name="Retângulo Arredondado 64">
            <a:extLst>
              <a:ext uri="{FF2B5EF4-FFF2-40B4-BE49-F238E27FC236}">
                <a16:creationId xmlns:a16="http://schemas.microsoft.com/office/drawing/2014/main" id="{7AD156D6-212A-4A03-B4D1-53076B4264B4}"/>
              </a:ext>
            </a:extLst>
          </p:cNvPr>
          <p:cNvSpPr/>
          <p:nvPr/>
        </p:nvSpPr>
        <p:spPr>
          <a:xfrm>
            <a:off x="1316006" y="857250"/>
            <a:ext cx="7494450" cy="990600"/>
          </a:xfrm>
          <a:prstGeom prst="roundRect">
            <a:avLst>
              <a:gd name="adj" fmla="val 13913"/>
            </a:avLst>
          </a:prstGeom>
          <a:solidFill>
            <a:srgbClr val="1D1D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3B84911E-01C9-49B8-9715-660C95399B42}"/>
              </a:ext>
            </a:extLst>
          </p:cNvPr>
          <p:cNvSpPr/>
          <p:nvPr/>
        </p:nvSpPr>
        <p:spPr>
          <a:xfrm>
            <a:off x="6032849" y="2065273"/>
            <a:ext cx="2777607" cy="4451478"/>
          </a:xfrm>
          <a:prstGeom prst="roundRect">
            <a:avLst>
              <a:gd name="adj" fmla="val 2971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 dirty="0"/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3C2DBC4B-B069-446E-AFCC-20D6C1A20FA4}"/>
              </a:ext>
            </a:extLst>
          </p:cNvPr>
          <p:cNvSpPr/>
          <p:nvPr/>
        </p:nvSpPr>
        <p:spPr>
          <a:xfrm>
            <a:off x="1316006" y="4381874"/>
            <a:ext cx="4500843" cy="2134877"/>
          </a:xfrm>
          <a:prstGeom prst="roundRect">
            <a:avLst>
              <a:gd name="adj" fmla="val 2971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 dirty="0"/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BFA29BF8-8D3D-4DA2-B471-07B5BFC0BE3E}"/>
              </a:ext>
            </a:extLst>
          </p:cNvPr>
          <p:cNvSpPr/>
          <p:nvPr/>
        </p:nvSpPr>
        <p:spPr>
          <a:xfrm>
            <a:off x="9026456" y="341248"/>
            <a:ext cx="2807922" cy="6175503"/>
          </a:xfrm>
          <a:prstGeom prst="roundRect">
            <a:avLst>
              <a:gd name="adj" fmla="val 2971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 dirty="0"/>
          </a:p>
        </p:txBody>
      </p:sp>
      <p:pic>
        <p:nvPicPr>
          <p:cNvPr id="1024" name="Gráfico 1023">
            <a:extLst>
              <a:ext uri="{FF2B5EF4-FFF2-40B4-BE49-F238E27FC236}">
                <a16:creationId xmlns:a16="http://schemas.microsoft.com/office/drawing/2014/main" id="{33A0F7E0-E23A-4247-88DE-C6B820CF109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b="1548"/>
          <a:stretch/>
        </p:blipFill>
        <p:spPr>
          <a:xfrm>
            <a:off x="7473160" y="639827"/>
            <a:ext cx="1345355" cy="1199381"/>
          </a:xfrm>
          <a:prstGeom prst="rect">
            <a:avLst/>
          </a:prstGeom>
        </p:spPr>
      </p:pic>
      <p:sp>
        <p:nvSpPr>
          <p:cNvPr id="27" name="Retângulo Arredondado 61">
            <a:extLst>
              <a:ext uri="{FF2B5EF4-FFF2-40B4-BE49-F238E27FC236}">
                <a16:creationId xmlns:a16="http://schemas.microsoft.com/office/drawing/2014/main" id="{C29D170A-7E8F-4BB0-BC9F-5B0DDFC48210}"/>
              </a:ext>
            </a:extLst>
          </p:cNvPr>
          <p:cNvSpPr/>
          <p:nvPr/>
        </p:nvSpPr>
        <p:spPr>
          <a:xfrm>
            <a:off x="26535" y="2920621"/>
            <a:ext cx="990672" cy="457200"/>
          </a:xfrm>
          <a:prstGeom prst="roundRect">
            <a:avLst>
              <a:gd name="adj" fmla="val 19202"/>
            </a:avLst>
          </a:prstGeom>
          <a:gradFill flip="none" rotWithShape="1">
            <a:gsLst>
              <a:gs pos="0">
                <a:srgbClr val="524EEE"/>
              </a:gs>
              <a:gs pos="50000">
                <a:srgbClr val="30B1FE"/>
              </a:gs>
              <a:gs pos="100000">
                <a:srgbClr val="25D498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1" name="Imagem 30" descr="Ícone&#10;&#10;Descrição gerada automaticamente">
            <a:extLst>
              <a:ext uri="{FF2B5EF4-FFF2-40B4-BE49-F238E27FC236}">
                <a16:creationId xmlns:a16="http://schemas.microsoft.com/office/drawing/2014/main" id="{E0A129BC-151E-4600-A141-3D9BB1DC174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599" y="2413015"/>
            <a:ext cx="252000" cy="256271"/>
          </a:xfrm>
          <a:prstGeom prst="rect">
            <a:avLst/>
          </a:prstGeom>
        </p:spPr>
      </p:pic>
      <p:pic>
        <p:nvPicPr>
          <p:cNvPr id="34" name="Imagem 33" descr="Ícone&#10;&#10;Descrição gerada automaticamente">
            <a:extLst>
              <a:ext uri="{FF2B5EF4-FFF2-40B4-BE49-F238E27FC236}">
                <a16:creationId xmlns:a16="http://schemas.microsoft.com/office/drawing/2014/main" id="{789BE476-3412-428B-B5EA-0F55B9D7294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599" y="6182648"/>
            <a:ext cx="252000" cy="252000"/>
          </a:xfrm>
          <a:prstGeom prst="rect">
            <a:avLst/>
          </a:prstGeom>
        </p:spPr>
      </p:pic>
      <p:pic>
        <p:nvPicPr>
          <p:cNvPr id="35" name="Imagem 34" descr="Ícone&#10;&#10;Descrição gerada automaticamente">
            <a:extLst>
              <a:ext uri="{FF2B5EF4-FFF2-40B4-BE49-F238E27FC236}">
                <a16:creationId xmlns:a16="http://schemas.microsoft.com/office/drawing/2014/main" id="{A4C08A55-25D2-46ED-9F79-0DA54B9D0EE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599" y="279828"/>
            <a:ext cx="252000" cy="252000"/>
          </a:xfrm>
          <a:prstGeom prst="rect">
            <a:avLst/>
          </a:prstGeom>
        </p:spPr>
      </p:pic>
      <p:pic>
        <p:nvPicPr>
          <p:cNvPr id="37" name="Imagem 36" descr="Ícone&#10;&#10;Descrição gerada automaticamente">
            <a:extLst>
              <a:ext uri="{FF2B5EF4-FFF2-40B4-BE49-F238E27FC236}">
                <a16:creationId xmlns:a16="http://schemas.microsoft.com/office/drawing/2014/main" id="{EC15CC85-19A4-4318-903F-6711D24CEDD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679" y="3010180"/>
            <a:ext cx="249840" cy="288000"/>
          </a:xfrm>
          <a:prstGeom prst="rect">
            <a:avLst/>
          </a:prstGeom>
        </p:spPr>
      </p:pic>
      <p:pic>
        <p:nvPicPr>
          <p:cNvPr id="38" name="Imagem 37" descr="Ícone&#10;&#10;Descrição gerada automaticamente">
            <a:extLst>
              <a:ext uri="{FF2B5EF4-FFF2-40B4-BE49-F238E27FC236}">
                <a16:creationId xmlns:a16="http://schemas.microsoft.com/office/drawing/2014/main" id="{D0C1B71D-DF56-432B-9F13-EB1A5611DF7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599" y="3639073"/>
            <a:ext cx="252000" cy="215460"/>
          </a:xfrm>
          <a:prstGeom prst="rect">
            <a:avLst/>
          </a:prstGeom>
        </p:spPr>
      </p:pic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7B7832DD-942C-4709-B33C-77AC5DA720A5}"/>
              </a:ext>
            </a:extLst>
          </p:cNvPr>
          <p:cNvSpPr/>
          <p:nvPr/>
        </p:nvSpPr>
        <p:spPr>
          <a:xfrm>
            <a:off x="1553180" y="1149787"/>
            <a:ext cx="396000" cy="396000"/>
          </a:xfrm>
          <a:prstGeom prst="roundRect">
            <a:avLst>
              <a:gd name="adj" fmla="val 20000"/>
            </a:avLst>
          </a:prstGeom>
          <a:solidFill>
            <a:srgbClr val="524E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sp>
        <p:nvSpPr>
          <p:cNvPr id="28" name="Retângulo: Cantos Arredondados 27">
            <a:extLst>
              <a:ext uri="{FF2B5EF4-FFF2-40B4-BE49-F238E27FC236}">
                <a16:creationId xmlns:a16="http://schemas.microsoft.com/office/drawing/2014/main" id="{0AD5EC19-BBA2-4973-A4E8-1D2AB927384A}"/>
              </a:ext>
            </a:extLst>
          </p:cNvPr>
          <p:cNvSpPr/>
          <p:nvPr/>
        </p:nvSpPr>
        <p:spPr>
          <a:xfrm>
            <a:off x="3460292" y="1149787"/>
            <a:ext cx="396000" cy="396000"/>
          </a:xfrm>
          <a:prstGeom prst="roundRect">
            <a:avLst>
              <a:gd name="adj" fmla="val 20000"/>
            </a:avLst>
          </a:prstGeom>
          <a:solidFill>
            <a:srgbClr val="25D4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 dirty="0"/>
          </a:p>
        </p:txBody>
      </p:sp>
      <p:sp>
        <p:nvSpPr>
          <p:cNvPr id="30" name="Retângulo: Cantos Arredondados 29">
            <a:extLst>
              <a:ext uri="{FF2B5EF4-FFF2-40B4-BE49-F238E27FC236}">
                <a16:creationId xmlns:a16="http://schemas.microsoft.com/office/drawing/2014/main" id="{49FE1196-0647-43B8-9D30-A7D830FC01BA}"/>
              </a:ext>
            </a:extLst>
          </p:cNvPr>
          <p:cNvSpPr/>
          <p:nvPr/>
        </p:nvSpPr>
        <p:spPr>
          <a:xfrm>
            <a:off x="5366626" y="1149787"/>
            <a:ext cx="396000" cy="396000"/>
          </a:xfrm>
          <a:prstGeom prst="roundRect">
            <a:avLst>
              <a:gd name="adj" fmla="val 20000"/>
            </a:avLst>
          </a:prstGeom>
          <a:solidFill>
            <a:srgbClr val="30B1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pic>
        <p:nvPicPr>
          <p:cNvPr id="39" name="Imagem 38" descr="Ícone&#10;&#10;Descrição gerada automaticamente">
            <a:extLst>
              <a:ext uri="{FF2B5EF4-FFF2-40B4-BE49-F238E27FC236}">
                <a16:creationId xmlns:a16="http://schemas.microsoft.com/office/drawing/2014/main" id="{67C039C0-5312-4A35-AF4F-B7806368598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9548" y="1239787"/>
            <a:ext cx="248276" cy="216000"/>
          </a:xfrm>
          <a:prstGeom prst="rect">
            <a:avLst/>
          </a:prstGeom>
        </p:spPr>
      </p:pic>
      <p:pic>
        <p:nvPicPr>
          <p:cNvPr id="41" name="Imagem 40" descr="Ícone&#10;&#10;Descrição gerada automaticamente">
            <a:extLst>
              <a:ext uri="{FF2B5EF4-FFF2-40B4-BE49-F238E27FC236}">
                <a16:creationId xmlns:a16="http://schemas.microsoft.com/office/drawing/2014/main" id="{D1B446DF-D0E0-4B08-B58D-02BAA849D9A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5218" y="1239787"/>
            <a:ext cx="109080" cy="216000"/>
          </a:xfrm>
          <a:prstGeom prst="rect">
            <a:avLst/>
          </a:prstGeom>
        </p:spPr>
      </p:pic>
      <p:pic>
        <p:nvPicPr>
          <p:cNvPr id="22" name="Imagem 21" descr="Ícone&#10;&#10;Descrição gerada automaticamente">
            <a:extLst>
              <a:ext uri="{FF2B5EF4-FFF2-40B4-BE49-F238E27FC236}">
                <a16:creationId xmlns:a16="http://schemas.microsoft.com/office/drawing/2014/main" id="{0183D529-CFF8-4FA5-92EE-94E895DD0690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7626" y="1230787"/>
            <a:ext cx="234000" cy="23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00353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tângulo Arredondado 3">
            <a:extLst>
              <a:ext uri="{FF2B5EF4-FFF2-40B4-BE49-F238E27FC236}">
                <a16:creationId xmlns:a16="http://schemas.microsoft.com/office/drawing/2014/main" id="{4AB1C8B1-57AF-4369-8D08-7EE28EE9684B}"/>
              </a:ext>
            </a:extLst>
          </p:cNvPr>
          <p:cNvSpPr/>
          <p:nvPr/>
        </p:nvSpPr>
        <p:spPr>
          <a:xfrm>
            <a:off x="327169" y="0"/>
            <a:ext cx="11864831" cy="6858000"/>
          </a:xfrm>
          <a:prstGeom prst="roundRect">
            <a:avLst>
              <a:gd name="adj" fmla="val 4253"/>
            </a:avLst>
          </a:prstGeom>
          <a:solidFill>
            <a:srgbClr val="1D1D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sp>
        <p:nvSpPr>
          <p:cNvPr id="33" name="Retângulo Arredondado 4">
            <a:extLst>
              <a:ext uri="{FF2B5EF4-FFF2-40B4-BE49-F238E27FC236}">
                <a16:creationId xmlns:a16="http://schemas.microsoft.com/office/drawing/2014/main" id="{360E21D8-6ECE-44F0-8069-4DB1FB6435DC}"/>
              </a:ext>
            </a:extLst>
          </p:cNvPr>
          <p:cNvSpPr/>
          <p:nvPr/>
        </p:nvSpPr>
        <p:spPr>
          <a:xfrm>
            <a:off x="1017207" y="72646"/>
            <a:ext cx="10972800" cy="6610349"/>
          </a:xfrm>
          <a:prstGeom prst="roundRect">
            <a:avLst>
              <a:gd name="adj" fmla="val 4253"/>
            </a:avLst>
          </a:prstGeom>
          <a:solidFill>
            <a:srgbClr val="14143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Retângulo: Cantos Arredondados 39">
            <a:extLst>
              <a:ext uri="{FF2B5EF4-FFF2-40B4-BE49-F238E27FC236}">
                <a16:creationId xmlns:a16="http://schemas.microsoft.com/office/drawing/2014/main" id="{14A6721E-BB62-4CDA-B443-4A6A00CC9BED}"/>
              </a:ext>
            </a:extLst>
          </p:cNvPr>
          <p:cNvSpPr/>
          <p:nvPr/>
        </p:nvSpPr>
        <p:spPr>
          <a:xfrm>
            <a:off x="1316006" y="2065273"/>
            <a:ext cx="4881594" cy="2099178"/>
          </a:xfrm>
          <a:prstGeom prst="roundRect">
            <a:avLst>
              <a:gd name="adj" fmla="val 3878"/>
            </a:avLst>
          </a:prstGeom>
          <a:solidFill>
            <a:srgbClr val="1B1A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 dirty="0"/>
          </a:p>
        </p:txBody>
      </p:sp>
      <p:sp>
        <p:nvSpPr>
          <p:cNvPr id="44" name="Retângulo Arredondado 64">
            <a:extLst>
              <a:ext uri="{FF2B5EF4-FFF2-40B4-BE49-F238E27FC236}">
                <a16:creationId xmlns:a16="http://schemas.microsoft.com/office/drawing/2014/main" id="{7AD156D6-212A-4A03-B4D1-53076B4264B4}"/>
              </a:ext>
            </a:extLst>
          </p:cNvPr>
          <p:cNvSpPr/>
          <p:nvPr/>
        </p:nvSpPr>
        <p:spPr>
          <a:xfrm>
            <a:off x="1346459" y="857250"/>
            <a:ext cx="10518372" cy="990600"/>
          </a:xfrm>
          <a:prstGeom prst="roundRect">
            <a:avLst>
              <a:gd name="adj" fmla="val 8143"/>
            </a:avLst>
          </a:prstGeom>
          <a:solidFill>
            <a:srgbClr val="1B1A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3B84911E-01C9-49B8-9715-660C95399B42}"/>
              </a:ext>
            </a:extLst>
          </p:cNvPr>
          <p:cNvSpPr/>
          <p:nvPr/>
        </p:nvSpPr>
        <p:spPr>
          <a:xfrm>
            <a:off x="6506886" y="4381873"/>
            <a:ext cx="5327492" cy="2134877"/>
          </a:xfrm>
          <a:prstGeom prst="roundRect">
            <a:avLst>
              <a:gd name="adj" fmla="val 2971"/>
            </a:avLst>
          </a:prstGeom>
          <a:solidFill>
            <a:srgbClr val="1B1A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 dirty="0"/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3C2DBC4B-B069-446E-AFCC-20D6C1A20FA4}"/>
              </a:ext>
            </a:extLst>
          </p:cNvPr>
          <p:cNvSpPr/>
          <p:nvPr/>
        </p:nvSpPr>
        <p:spPr>
          <a:xfrm>
            <a:off x="1316006" y="4381874"/>
            <a:ext cx="4881594" cy="2134877"/>
          </a:xfrm>
          <a:prstGeom prst="roundRect">
            <a:avLst>
              <a:gd name="adj" fmla="val 3863"/>
            </a:avLst>
          </a:prstGeom>
          <a:solidFill>
            <a:srgbClr val="1B1A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 dirty="0"/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BFA29BF8-8D3D-4DA2-B471-07B5BFC0BE3E}"/>
              </a:ext>
            </a:extLst>
          </p:cNvPr>
          <p:cNvSpPr/>
          <p:nvPr/>
        </p:nvSpPr>
        <p:spPr>
          <a:xfrm>
            <a:off x="6506886" y="2065273"/>
            <a:ext cx="5327491" cy="2099178"/>
          </a:xfrm>
          <a:prstGeom prst="roundRect">
            <a:avLst>
              <a:gd name="adj" fmla="val 2971"/>
            </a:avLst>
          </a:prstGeom>
          <a:solidFill>
            <a:srgbClr val="1B1A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 dirty="0"/>
          </a:p>
        </p:txBody>
      </p:sp>
      <p:sp>
        <p:nvSpPr>
          <p:cNvPr id="27" name="Retângulo Arredondado 61">
            <a:extLst>
              <a:ext uri="{FF2B5EF4-FFF2-40B4-BE49-F238E27FC236}">
                <a16:creationId xmlns:a16="http://schemas.microsoft.com/office/drawing/2014/main" id="{D73B7E6E-BEFC-46E4-B03B-1635AC81587D}"/>
              </a:ext>
            </a:extLst>
          </p:cNvPr>
          <p:cNvSpPr/>
          <p:nvPr/>
        </p:nvSpPr>
        <p:spPr>
          <a:xfrm>
            <a:off x="26535" y="3237714"/>
            <a:ext cx="990672" cy="457200"/>
          </a:xfrm>
          <a:prstGeom prst="roundRect">
            <a:avLst>
              <a:gd name="adj" fmla="val 19202"/>
            </a:avLst>
          </a:prstGeom>
          <a:gradFill flip="none" rotWithShape="1">
            <a:gsLst>
              <a:gs pos="0">
                <a:srgbClr val="524EEE"/>
              </a:gs>
              <a:gs pos="50000">
                <a:srgbClr val="30B1FE"/>
              </a:gs>
              <a:gs pos="100000">
                <a:srgbClr val="25D498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5" name="Imagem 34" descr="Ícone&#10;&#10;Descrição gerada automaticamente">
            <a:extLst>
              <a:ext uri="{FF2B5EF4-FFF2-40B4-BE49-F238E27FC236}">
                <a16:creationId xmlns:a16="http://schemas.microsoft.com/office/drawing/2014/main" id="{9C6CB060-A363-4479-AC2A-D8C2855C9F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599" y="279828"/>
            <a:ext cx="252000" cy="252000"/>
          </a:xfrm>
          <a:prstGeom prst="rect">
            <a:avLst/>
          </a:prstGeom>
        </p:spPr>
      </p:pic>
      <p:pic>
        <p:nvPicPr>
          <p:cNvPr id="37" name="Imagem 36" descr="Ícone&#10;&#10;Descrição gerada automaticamente">
            <a:extLst>
              <a:ext uri="{FF2B5EF4-FFF2-40B4-BE49-F238E27FC236}">
                <a16:creationId xmlns:a16="http://schemas.microsoft.com/office/drawing/2014/main" id="{F1ABFDA7-CB7F-46D3-8153-DF0927EFFE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679" y="3327273"/>
            <a:ext cx="249840" cy="288000"/>
          </a:xfrm>
          <a:prstGeom prst="rect">
            <a:avLst/>
          </a:prstGeom>
        </p:spPr>
      </p:pic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9B7ACBEA-4C0D-421C-9C82-9F65DF3399EC}"/>
              </a:ext>
            </a:extLst>
          </p:cNvPr>
          <p:cNvSpPr/>
          <p:nvPr/>
        </p:nvSpPr>
        <p:spPr>
          <a:xfrm>
            <a:off x="1553180" y="1117636"/>
            <a:ext cx="396000" cy="396000"/>
          </a:xfrm>
          <a:prstGeom prst="roundRect">
            <a:avLst>
              <a:gd name="adj" fmla="val 20000"/>
            </a:avLst>
          </a:prstGeom>
          <a:solidFill>
            <a:srgbClr val="524E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>
              <a:solidFill>
                <a:srgbClr val="524EEE"/>
              </a:solidFill>
            </a:endParaRPr>
          </a:p>
        </p:txBody>
      </p:sp>
      <p:sp>
        <p:nvSpPr>
          <p:cNvPr id="28" name="Retângulo: Cantos Arredondados 27">
            <a:extLst>
              <a:ext uri="{FF2B5EF4-FFF2-40B4-BE49-F238E27FC236}">
                <a16:creationId xmlns:a16="http://schemas.microsoft.com/office/drawing/2014/main" id="{9A2F296B-BD22-4D7E-9058-FD48D8C704B9}"/>
              </a:ext>
            </a:extLst>
          </p:cNvPr>
          <p:cNvSpPr/>
          <p:nvPr/>
        </p:nvSpPr>
        <p:spPr>
          <a:xfrm>
            <a:off x="3662036" y="1128353"/>
            <a:ext cx="396000" cy="396000"/>
          </a:xfrm>
          <a:prstGeom prst="roundRect">
            <a:avLst>
              <a:gd name="adj" fmla="val 20000"/>
            </a:avLst>
          </a:prstGeom>
          <a:solidFill>
            <a:srgbClr val="524EEE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 dirty="0">
              <a:solidFill>
                <a:srgbClr val="524EEE"/>
              </a:solidFill>
            </a:endParaRPr>
          </a:p>
        </p:txBody>
      </p:sp>
      <p:sp>
        <p:nvSpPr>
          <p:cNvPr id="30" name="Retângulo: Cantos Arredondados 29">
            <a:extLst>
              <a:ext uri="{FF2B5EF4-FFF2-40B4-BE49-F238E27FC236}">
                <a16:creationId xmlns:a16="http://schemas.microsoft.com/office/drawing/2014/main" id="{FB29A78B-B459-4DF1-84C9-5A651E87AD4C}"/>
              </a:ext>
            </a:extLst>
          </p:cNvPr>
          <p:cNvSpPr/>
          <p:nvPr/>
        </p:nvSpPr>
        <p:spPr>
          <a:xfrm>
            <a:off x="5770892" y="1139070"/>
            <a:ext cx="396000" cy="396000"/>
          </a:xfrm>
          <a:prstGeom prst="roundRect">
            <a:avLst>
              <a:gd name="adj" fmla="val 20000"/>
            </a:avLst>
          </a:prstGeom>
          <a:solidFill>
            <a:srgbClr val="524E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sp>
        <p:nvSpPr>
          <p:cNvPr id="2" name="Retângulo: Cantos Arredondados 29">
            <a:extLst>
              <a:ext uri="{FF2B5EF4-FFF2-40B4-BE49-F238E27FC236}">
                <a16:creationId xmlns:a16="http://schemas.microsoft.com/office/drawing/2014/main" id="{25C118DF-9C45-98CE-69F9-51EA98701F7D}"/>
              </a:ext>
            </a:extLst>
          </p:cNvPr>
          <p:cNvSpPr/>
          <p:nvPr/>
        </p:nvSpPr>
        <p:spPr>
          <a:xfrm>
            <a:off x="9988606" y="1117636"/>
            <a:ext cx="396000" cy="396000"/>
          </a:xfrm>
          <a:prstGeom prst="roundRect">
            <a:avLst>
              <a:gd name="adj" fmla="val 20000"/>
            </a:avLst>
          </a:prstGeom>
          <a:solidFill>
            <a:srgbClr val="524E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sp>
        <p:nvSpPr>
          <p:cNvPr id="3" name="Retângulo: Cantos Arredondados 29">
            <a:extLst>
              <a:ext uri="{FF2B5EF4-FFF2-40B4-BE49-F238E27FC236}">
                <a16:creationId xmlns:a16="http://schemas.microsoft.com/office/drawing/2014/main" id="{3D065C31-7E45-50E6-CA1F-9E88F66A1B63}"/>
              </a:ext>
            </a:extLst>
          </p:cNvPr>
          <p:cNvSpPr/>
          <p:nvPr/>
        </p:nvSpPr>
        <p:spPr>
          <a:xfrm>
            <a:off x="7879748" y="1149787"/>
            <a:ext cx="396000" cy="396000"/>
          </a:xfrm>
          <a:prstGeom prst="roundRect">
            <a:avLst>
              <a:gd name="adj" fmla="val 20000"/>
            </a:avLst>
          </a:prstGeom>
          <a:solidFill>
            <a:srgbClr val="524E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</p:spTree>
    <p:extLst>
      <p:ext uri="{BB962C8B-B14F-4D97-AF65-F5344CB8AC3E}">
        <p14:creationId xmlns:p14="http://schemas.microsoft.com/office/powerpoint/2010/main" val="4755708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tângulo Arredondado 3">
            <a:extLst>
              <a:ext uri="{FF2B5EF4-FFF2-40B4-BE49-F238E27FC236}">
                <a16:creationId xmlns:a16="http://schemas.microsoft.com/office/drawing/2014/main" id="{4AB1C8B1-57AF-4369-8D08-7EE28EE9684B}"/>
              </a:ext>
            </a:extLst>
          </p:cNvPr>
          <p:cNvSpPr/>
          <p:nvPr/>
        </p:nvSpPr>
        <p:spPr>
          <a:xfrm>
            <a:off x="327169" y="0"/>
            <a:ext cx="11864831" cy="6858000"/>
          </a:xfrm>
          <a:prstGeom prst="roundRect">
            <a:avLst>
              <a:gd name="adj" fmla="val 4253"/>
            </a:avLst>
          </a:prstGeom>
          <a:solidFill>
            <a:srgbClr val="1D1D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sp>
        <p:nvSpPr>
          <p:cNvPr id="33" name="Retângulo Arredondado 4">
            <a:extLst>
              <a:ext uri="{FF2B5EF4-FFF2-40B4-BE49-F238E27FC236}">
                <a16:creationId xmlns:a16="http://schemas.microsoft.com/office/drawing/2014/main" id="{360E21D8-6ECE-44F0-8069-4DB1FB6435DC}"/>
              </a:ext>
            </a:extLst>
          </p:cNvPr>
          <p:cNvSpPr/>
          <p:nvPr/>
        </p:nvSpPr>
        <p:spPr>
          <a:xfrm>
            <a:off x="1095375" y="123825"/>
            <a:ext cx="10972800" cy="6610349"/>
          </a:xfrm>
          <a:prstGeom prst="roundRect">
            <a:avLst>
              <a:gd name="adj" fmla="val 4253"/>
            </a:avLst>
          </a:prstGeom>
          <a:solidFill>
            <a:srgbClr val="14143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Retângulo: Cantos Arredondados 39">
            <a:extLst>
              <a:ext uri="{FF2B5EF4-FFF2-40B4-BE49-F238E27FC236}">
                <a16:creationId xmlns:a16="http://schemas.microsoft.com/office/drawing/2014/main" id="{14A6721E-BB62-4CDA-B443-4A6A00CC9BED}"/>
              </a:ext>
            </a:extLst>
          </p:cNvPr>
          <p:cNvSpPr/>
          <p:nvPr/>
        </p:nvSpPr>
        <p:spPr>
          <a:xfrm>
            <a:off x="1316006" y="2065273"/>
            <a:ext cx="4500843" cy="2099178"/>
          </a:xfrm>
          <a:prstGeom prst="roundRect">
            <a:avLst>
              <a:gd name="adj" fmla="val 3878"/>
            </a:avLst>
          </a:prstGeom>
          <a:solidFill>
            <a:srgbClr val="1B1A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 dirty="0"/>
          </a:p>
        </p:txBody>
      </p:sp>
      <p:sp>
        <p:nvSpPr>
          <p:cNvPr id="44" name="Retângulo Arredondado 64">
            <a:extLst>
              <a:ext uri="{FF2B5EF4-FFF2-40B4-BE49-F238E27FC236}">
                <a16:creationId xmlns:a16="http://schemas.microsoft.com/office/drawing/2014/main" id="{7AD156D6-212A-4A03-B4D1-53076B4264B4}"/>
              </a:ext>
            </a:extLst>
          </p:cNvPr>
          <p:cNvSpPr/>
          <p:nvPr/>
        </p:nvSpPr>
        <p:spPr>
          <a:xfrm>
            <a:off x="1316006" y="857250"/>
            <a:ext cx="7494450" cy="990600"/>
          </a:xfrm>
          <a:prstGeom prst="roundRect">
            <a:avLst>
              <a:gd name="adj" fmla="val 8143"/>
            </a:avLst>
          </a:prstGeom>
          <a:solidFill>
            <a:srgbClr val="524E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3B84911E-01C9-49B8-9715-660C95399B42}"/>
              </a:ext>
            </a:extLst>
          </p:cNvPr>
          <p:cNvSpPr/>
          <p:nvPr/>
        </p:nvSpPr>
        <p:spPr>
          <a:xfrm>
            <a:off x="6032849" y="2065273"/>
            <a:ext cx="2777607" cy="4451478"/>
          </a:xfrm>
          <a:prstGeom prst="roundRect">
            <a:avLst>
              <a:gd name="adj" fmla="val 2971"/>
            </a:avLst>
          </a:prstGeom>
          <a:solidFill>
            <a:srgbClr val="1B1A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 dirty="0"/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3C2DBC4B-B069-446E-AFCC-20D6C1A20FA4}"/>
              </a:ext>
            </a:extLst>
          </p:cNvPr>
          <p:cNvSpPr/>
          <p:nvPr/>
        </p:nvSpPr>
        <p:spPr>
          <a:xfrm>
            <a:off x="1316006" y="4381874"/>
            <a:ext cx="4500843" cy="2134877"/>
          </a:xfrm>
          <a:prstGeom prst="roundRect">
            <a:avLst>
              <a:gd name="adj" fmla="val 3863"/>
            </a:avLst>
          </a:prstGeom>
          <a:solidFill>
            <a:srgbClr val="1B1A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 dirty="0"/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BFA29BF8-8D3D-4DA2-B471-07B5BFC0BE3E}"/>
              </a:ext>
            </a:extLst>
          </p:cNvPr>
          <p:cNvSpPr/>
          <p:nvPr/>
        </p:nvSpPr>
        <p:spPr>
          <a:xfrm>
            <a:off x="9026456" y="341248"/>
            <a:ext cx="2807922" cy="6175503"/>
          </a:xfrm>
          <a:prstGeom prst="roundRect">
            <a:avLst>
              <a:gd name="adj" fmla="val 2971"/>
            </a:avLst>
          </a:prstGeom>
          <a:solidFill>
            <a:srgbClr val="1B1A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 dirty="0"/>
          </a:p>
        </p:txBody>
      </p:sp>
      <p:pic>
        <p:nvPicPr>
          <p:cNvPr id="1024" name="Gráfico 1023">
            <a:extLst>
              <a:ext uri="{FF2B5EF4-FFF2-40B4-BE49-F238E27FC236}">
                <a16:creationId xmlns:a16="http://schemas.microsoft.com/office/drawing/2014/main" id="{33A0F7E0-E23A-4247-88DE-C6B820CF109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b="1548"/>
          <a:stretch/>
        </p:blipFill>
        <p:spPr>
          <a:xfrm>
            <a:off x="7473160" y="639827"/>
            <a:ext cx="1345355" cy="1199381"/>
          </a:xfrm>
          <a:prstGeom prst="rect">
            <a:avLst/>
          </a:prstGeom>
        </p:spPr>
      </p:pic>
      <p:sp>
        <p:nvSpPr>
          <p:cNvPr id="27" name="Retângulo Arredondado 61">
            <a:extLst>
              <a:ext uri="{FF2B5EF4-FFF2-40B4-BE49-F238E27FC236}">
                <a16:creationId xmlns:a16="http://schemas.microsoft.com/office/drawing/2014/main" id="{D73B7E6E-BEFC-46E4-B03B-1635AC81587D}"/>
              </a:ext>
            </a:extLst>
          </p:cNvPr>
          <p:cNvSpPr/>
          <p:nvPr/>
        </p:nvSpPr>
        <p:spPr>
          <a:xfrm>
            <a:off x="26535" y="2920621"/>
            <a:ext cx="990672" cy="457200"/>
          </a:xfrm>
          <a:prstGeom prst="roundRect">
            <a:avLst>
              <a:gd name="adj" fmla="val 19202"/>
            </a:avLst>
          </a:prstGeom>
          <a:gradFill flip="none" rotWithShape="1">
            <a:gsLst>
              <a:gs pos="0">
                <a:srgbClr val="524EEE"/>
              </a:gs>
              <a:gs pos="50000">
                <a:srgbClr val="30B1FE"/>
              </a:gs>
              <a:gs pos="100000">
                <a:srgbClr val="25D498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1" name="Imagem 30" descr="Ícone&#10;&#10;Descrição gerada automaticamente">
            <a:extLst>
              <a:ext uri="{FF2B5EF4-FFF2-40B4-BE49-F238E27FC236}">
                <a16:creationId xmlns:a16="http://schemas.microsoft.com/office/drawing/2014/main" id="{6BB889D6-8670-4956-ADE2-07A398BC5EF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599" y="2413015"/>
            <a:ext cx="252000" cy="256271"/>
          </a:xfrm>
          <a:prstGeom prst="rect">
            <a:avLst/>
          </a:prstGeom>
        </p:spPr>
      </p:pic>
      <p:pic>
        <p:nvPicPr>
          <p:cNvPr id="34" name="Imagem 33" descr="Ícone&#10;&#10;Descrição gerada automaticamente">
            <a:extLst>
              <a:ext uri="{FF2B5EF4-FFF2-40B4-BE49-F238E27FC236}">
                <a16:creationId xmlns:a16="http://schemas.microsoft.com/office/drawing/2014/main" id="{D0EFDA94-AC1E-43CC-AE0A-B42EA97BFE5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599" y="6182648"/>
            <a:ext cx="252000" cy="252000"/>
          </a:xfrm>
          <a:prstGeom prst="rect">
            <a:avLst/>
          </a:prstGeom>
        </p:spPr>
      </p:pic>
      <p:pic>
        <p:nvPicPr>
          <p:cNvPr id="35" name="Imagem 34" descr="Ícone&#10;&#10;Descrição gerada automaticamente">
            <a:extLst>
              <a:ext uri="{FF2B5EF4-FFF2-40B4-BE49-F238E27FC236}">
                <a16:creationId xmlns:a16="http://schemas.microsoft.com/office/drawing/2014/main" id="{9C6CB060-A363-4479-AC2A-D8C2855C9FE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599" y="279828"/>
            <a:ext cx="252000" cy="252000"/>
          </a:xfrm>
          <a:prstGeom prst="rect">
            <a:avLst/>
          </a:prstGeom>
        </p:spPr>
      </p:pic>
      <p:pic>
        <p:nvPicPr>
          <p:cNvPr id="37" name="Imagem 36" descr="Ícone&#10;&#10;Descrição gerada automaticamente">
            <a:extLst>
              <a:ext uri="{FF2B5EF4-FFF2-40B4-BE49-F238E27FC236}">
                <a16:creationId xmlns:a16="http://schemas.microsoft.com/office/drawing/2014/main" id="{F1ABFDA7-CB7F-46D3-8153-DF0927EFFEB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679" y="3010180"/>
            <a:ext cx="249840" cy="288000"/>
          </a:xfrm>
          <a:prstGeom prst="rect">
            <a:avLst/>
          </a:prstGeom>
        </p:spPr>
      </p:pic>
      <p:pic>
        <p:nvPicPr>
          <p:cNvPr id="38" name="Imagem 37" descr="Ícone&#10;&#10;Descrição gerada automaticamente">
            <a:extLst>
              <a:ext uri="{FF2B5EF4-FFF2-40B4-BE49-F238E27FC236}">
                <a16:creationId xmlns:a16="http://schemas.microsoft.com/office/drawing/2014/main" id="{CAF52AFC-7F5A-4311-8F45-9D08992A25D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599" y="3639073"/>
            <a:ext cx="252000" cy="215460"/>
          </a:xfrm>
          <a:prstGeom prst="rect">
            <a:avLst/>
          </a:prstGeom>
        </p:spPr>
      </p:pic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9B7ACBEA-4C0D-421C-9C82-9F65DF3399EC}"/>
              </a:ext>
            </a:extLst>
          </p:cNvPr>
          <p:cNvSpPr/>
          <p:nvPr/>
        </p:nvSpPr>
        <p:spPr>
          <a:xfrm>
            <a:off x="1553180" y="1149787"/>
            <a:ext cx="396000" cy="396000"/>
          </a:xfrm>
          <a:prstGeom prst="roundRect">
            <a:avLst>
              <a:gd name="adj" fmla="val 20000"/>
            </a:avLst>
          </a:prstGeom>
          <a:gradFill flip="none" rotWithShape="1">
            <a:gsLst>
              <a:gs pos="0">
                <a:srgbClr val="524EEE"/>
              </a:gs>
              <a:gs pos="50000">
                <a:srgbClr val="30B1FE"/>
              </a:gs>
              <a:gs pos="100000">
                <a:srgbClr val="25D498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8" name="Retângulo: Cantos Arredondados 27">
            <a:extLst>
              <a:ext uri="{FF2B5EF4-FFF2-40B4-BE49-F238E27FC236}">
                <a16:creationId xmlns:a16="http://schemas.microsoft.com/office/drawing/2014/main" id="{9A2F296B-BD22-4D7E-9058-FD48D8C704B9}"/>
              </a:ext>
            </a:extLst>
          </p:cNvPr>
          <p:cNvSpPr/>
          <p:nvPr/>
        </p:nvSpPr>
        <p:spPr>
          <a:xfrm>
            <a:off x="3460292" y="1149787"/>
            <a:ext cx="396000" cy="396000"/>
          </a:xfrm>
          <a:prstGeom prst="roundRect">
            <a:avLst>
              <a:gd name="adj" fmla="val 20000"/>
            </a:avLst>
          </a:prstGeom>
          <a:gradFill flip="none" rotWithShape="1">
            <a:gsLst>
              <a:gs pos="0">
                <a:srgbClr val="524EEE"/>
              </a:gs>
              <a:gs pos="50000">
                <a:srgbClr val="30B1FE"/>
              </a:gs>
              <a:gs pos="100000">
                <a:srgbClr val="25D498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0" name="Retângulo: Cantos Arredondados 29">
            <a:extLst>
              <a:ext uri="{FF2B5EF4-FFF2-40B4-BE49-F238E27FC236}">
                <a16:creationId xmlns:a16="http://schemas.microsoft.com/office/drawing/2014/main" id="{FB29A78B-B459-4DF1-84C9-5A651E87AD4C}"/>
              </a:ext>
            </a:extLst>
          </p:cNvPr>
          <p:cNvSpPr/>
          <p:nvPr/>
        </p:nvSpPr>
        <p:spPr>
          <a:xfrm>
            <a:off x="5366626" y="1149787"/>
            <a:ext cx="396000" cy="396000"/>
          </a:xfrm>
          <a:prstGeom prst="roundRect">
            <a:avLst>
              <a:gd name="adj" fmla="val 20000"/>
            </a:avLst>
          </a:prstGeom>
          <a:gradFill flip="none" rotWithShape="1">
            <a:gsLst>
              <a:gs pos="0">
                <a:srgbClr val="524EEE"/>
              </a:gs>
              <a:gs pos="50000">
                <a:srgbClr val="30B1FE"/>
              </a:gs>
              <a:gs pos="100000">
                <a:srgbClr val="25D498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39" name="Imagem 38" descr="Ícone&#10;&#10;Descrição gerada automaticamente">
            <a:extLst>
              <a:ext uri="{FF2B5EF4-FFF2-40B4-BE49-F238E27FC236}">
                <a16:creationId xmlns:a16="http://schemas.microsoft.com/office/drawing/2014/main" id="{589FEAFD-2DAF-4245-8BC6-B30F0BA5E03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9548" y="1239787"/>
            <a:ext cx="248276" cy="216000"/>
          </a:xfrm>
          <a:prstGeom prst="rect">
            <a:avLst/>
          </a:prstGeom>
        </p:spPr>
      </p:pic>
      <p:pic>
        <p:nvPicPr>
          <p:cNvPr id="41" name="Imagem 40" descr="Ícone&#10;&#10;Descrição gerada automaticamente">
            <a:extLst>
              <a:ext uri="{FF2B5EF4-FFF2-40B4-BE49-F238E27FC236}">
                <a16:creationId xmlns:a16="http://schemas.microsoft.com/office/drawing/2014/main" id="{22D67F16-C20A-4C0E-8A68-CFBA68830A5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5218" y="1239787"/>
            <a:ext cx="109080" cy="216000"/>
          </a:xfrm>
          <a:prstGeom prst="rect">
            <a:avLst/>
          </a:prstGeom>
        </p:spPr>
      </p:pic>
      <p:pic>
        <p:nvPicPr>
          <p:cNvPr id="22" name="Imagem 21" descr="Ícone&#10;&#10;Descrição gerada automaticamente">
            <a:extLst>
              <a:ext uri="{FF2B5EF4-FFF2-40B4-BE49-F238E27FC236}">
                <a16:creationId xmlns:a16="http://schemas.microsoft.com/office/drawing/2014/main" id="{4458B19A-9BB4-4968-BB5E-C5634C92EE92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7626" y="1230787"/>
            <a:ext cx="234000" cy="23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00604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tângulo Arredondado 3">
            <a:extLst>
              <a:ext uri="{FF2B5EF4-FFF2-40B4-BE49-F238E27FC236}">
                <a16:creationId xmlns:a16="http://schemas.microsoft.com/office/drawing/2014/main" id="{4AB1C8B1-57AF-4369-8D08-7EE28EE9684B}"/>
              </a:ext>
            </a:extLst>
          </p:cNvPr>
          <p:cNvSpPr/>
          <p:nvPr/>
        </p:nvSpPr>
        <p:spPr>
          <a:xfrm>
            <a:off x="327169" y="0"/>
            <a:ext cx="11864831" cy="6858000"/>
          </a:xfrm>
          <a:prstGeom prst="roundRect">
            <a:avLst>
              <a:gd name="adj" fmla="val 4253"/>
            </a:avLst>
          </a:prstGeom>
          <a:solidFill>
            <a:srgbClr val="36375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lang="pt-BR" kern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3" name="Retângulo Arredondado 4">
            <a:extLst>
              <a:ext uri="{FF2B5EF4-FFF2-40B4-BE49-F238E27FC236}">
                <a16:creationId xmlns:a16="http://schemas.microsoft.com/office/drawing/2014/main" id="{360E21D8-6ECE-44F0-8069-4DB1FB6435DC}"/>
              </a:ext>
            </a:extLst>
          </p:cNvPr>
          <p:cNvSpPr/>
          <p:nvPr/>
        </p:nvSpPr>
        <p:spPr>
          <a:xfrm>
            <a:off x="1095375" y="123825"/>
            <a:ext cx="10972800" cy="6610349"/>
          </a:xfrm>
          <a:prstGeom prst="roundRect">
            <a:avLst>
              <a:gd name="adj" fmla="val 4253"/>
            </a:avLst>
          </a:prstGeom>
          <a:solidFill>
            <a:srgbClr val="2E2E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 dirty="0">
              <a:solidFill>
                <a:schemeClr val="lt1"/>
              </a:solidFill>
            </a:endParaRPr>
          </a:p>
        </p:txBody>
      </p:sp>
      <p:sp>
        <p:nvSpPr>
          <p:cNvPr id="40" name="Retângulo: Cantos Arredondados 39">
            <a:extLst>
              <a:ext uri="{FF2B5EF4-FFF2-40B4-BE49-F238E27FC236}">
                <a16:creationId xmlns:a16="http://schemas.microsoft.com/office/drawing/2014/main" id="{14A6721E-BB62-4CDA-B443-4A6A00CC9BED}"/>
              </a:ext>
            </a:extLst>
          </p:cNvPr>
          <p:cNvSpPr/>
          <p:nvPr/>
        </p:nvSpPr>
        <p:spPr>
          <a:xfrm>
            <a:off x="1316006" y="2065273"/>
            <a:ext cx="4500843" cy="2099178"/>
          </a:xfrm>
          <a:prstGeom prst="roundRect">
            <a:avLst>
              <a:gd name="adj" fmla="val 2971"/>
            </a:avLst>
          </a:prstGeom>
          <a:solidFill>
            <a:srgbClr val="36375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lang="pt-BR" kern="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4" name="Retângulo Arredondado 64">
            <a:extLst>
              <a:ext uri="{FF2B5EF4-FFF2-40B4-BE49-F238E27FC236}">
                <a16:creationId xmlns:a16="http://schemas.microsoft.com/office/drawing/2014/main" id="{7AD156D6-212A-4A03-B4D1-53076B4264B4}"/>
              </a:ext>
            </a:extLst>
          </p:cNvPr>
          <p:cNvSpPr/>
          <p:nvPr/>
        </p:nvSpPr>
        <p:spPr>
          <a:xfrm>
            <a:off x="1316006" y="857250"/>
            <a:ext cx="7494450" cy="990600"/>
          </a:xfrm>
          <a:prstGeom prst="roundRect">
            <a:avLst>
              <a:gd name="adj" fmla="val 13913"/>
            </a:avLst>
          </a:prstGeom>
          <a:solidFill>
            <a:srgbClr val="36375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lang="pt-BR" kern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3B84911E-01C9-49B8-9715-660C95399B42}"/>
              </a:ext>
            </a:extLst>
          </p:cNvPr>
          <p:cNvSpPr/>
          <p:nvPr/>
        </p:nvSpPr>
        <p:spPr>
          <a:xfrm>
            <a:off x="6032849" y="2065273"/>
            <a:ext cx="2777607" cy="4451478"/>
          </a:xfrm>
          <a:prstGeom prst="roundRect">
            <a:avLst>
              <a:gd name="adj" fmla="val 2971"/>
            </a:avLst>
          </a:prstGeom>
          <a:solidFill>
            <a:srgbClr val="36375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lang="pt-BR" kern="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3C2DBC4B-B069-446E-AFCC-20D6C1A20FA4}"/>
              </a:ext>
            </a:extLst>
          </p:cNvPr>
          <p:cNvSpPr/>
          <p:nvPr/>
        </p:nvSpPr>
        <p:spPr>
          <a:xfrm>
            <a:off x="1316006" y="4381874"/>
            <a:ext cx="4500843" cy="2134877"/>
          </a:xfrm>
          <a:prstGeom prst="roundRect">
            <a:avLst>
              <a:gd name="adj" fmla="val 2971"/>
            </a:avLst>
          </a:prstGeom>
          <a:solidFill>
            <a:srgbClr val="36375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lang="pt-BR" kern="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BFA29BF8-8D3D-4DA2-B471-07B5BFC0BE3E}"/>
              </a:ext>
            </a:extLst>
          </p:cNvPr>
          <p:cNvSpPr/>
          <p:nvPr/>
        </p:nvSpPr>
        <p:spPr>
          <a:xfrm>
            <a:off x="9026456" y="341248"/>
            <a:ext cx="2807922" cy="6175503"/>
          </a:xfrm>
          <a:prstGeom prst="roundRect">
            <a:avLst>
              <a:gd name="adj" fmla="val 2971"/>
            </a:avLst>
          </a:prstGeom>
          <a:solidFill>
            <a:srgbClr val="36375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lang="pt-BR" kern="0" dirty="0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1024" name="Gráfico 1023">
            <a:extLst>
              <a:ext uri="{FF2B5EF4-FFF2-40B4-BE49-F238E27FC236}">
                <a16:creationId xmlns:a16="http://schemas.microsoft.com/office/drawing/2014/main" id="{33A0F7E0-E23A-4247-88DE-C6B820CF109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b="1548"/>
          <a:stretch/>
        </p:blipFill>
        <p:spPr>
          <a:xfrm>
            <a:off x="7473160" y="639827"/>
            <a:ext cx="1345355" cy="1199381"/>
          </a:xfrm>
          <a:prstGeom prst="rect">
            <a:avLst/>
          </a:prstGeom>
        </p:spPr>
      </p:pic>
      <p:sp>
        <p:nvSpPr>
          <p:cNvPr id="27" name="Retângulo Arredondado 61">
            <a:extLst>
              <a:ext uri="{FF2B5EF4-FFF2-40B4-BE49-F238E27FC236}">
                <a16:creationId xmlns:a16="http://schemas.microsoft.com/office/drawing/2014/main" id="{CB24E588-8F56-48A2-9DA1-1FB9A084D013}"/>
              </a:ext>
            </a:extLst>
          </p:cNvPr>
          <p:cNvSpPr/>
          <p:nvPr/>
        </p:nvSpPr>
        <p:spPr>
          <a:xfrm>
            <a:off x="26535" y="2920621"/>
            <a:ext cx="990672" cy="457200"/>
          </a:xfrm>
          <a:prstGeom prst="roundRect">
            <a:avLst>
              <a:gd name="adj" fmla="val 19202"/>
            </a:avLst>
          </a:prstGeom>
          <a:gradFill flip="none" rotWithShape="1">
            <a:gsLst>
              <a:gs pos="0">
                <a:srgbClr val="524EEE"/>
              </a:gs>
              <a:gs pos="50000">
                <a:srgbClr val="30B1FE"/>
              </a:gs>
              <a:gs pos="100000">
                <a:srgbClr val="25D498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1" name="Imagem 30" descr="Ícone&#10;&#10;Descrição gerada automaticamente">
            <a:extLst>
              <a:ext uri="{FF2B5EF4-FFF2-40B4-BE49-F238E27FC236}">
                <a16:creationId xmlns:a16="http://schemas.microsoft.com/office/drawing/2014/main" id="{789D40AA-ED16-4E17-BC7D-A96FA1E9679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599" y="2413015"/>
            <a:ext cx="252000" cy="256271"/>
          </a:xfrm>
          <a:prstGeom prst="rect">
            <a:avLst/>
          </a:prstGeom>
        </p:spPr>
      </p:pic>
      <p:pic>
        <p:nvPicPr>
          <p:cNvPr id="34" name="Imagem 33" descr="Ícone&#10;&#10;Descrição gerada automaticamente">
            <a:extLst>
              <a:ext uri="{FF2B5EF4-FFF2-40B4-BE49-F238E27FC236}">
                <a16:creationId xmlns:a16="http://schemas.microsoft.com/office/drawing/2014/main" id="{07CA785D-4B85-4DEE-A239-7DF81FB1A4B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599" y="6182648"/>
            <a:ext cx="252000" cy="252000"/>
          </a:xfrm>
          <a:prstGeom prst="rect">
            <a:avLst/>
          </a:prstGeom>
        </p:spPr>
      </p:pic>
      <p:pic>
        <p:nvPicPr>
          <p:cNvPr id="35" name="Imagem 34" descr="Ícone&#10;&#10;Descrição gerada automaticamente">
            <a:extLst>
              <a:ext uri="{FF2B5EF4-FFF2-40B4-BE49-F238E27FC236}">
                <a16:creationId xmlns:a16="http://schemas.microsoft.com/office/drawing/2014/main" id="{A4C312EF-5FDE-4906-AED0-99A00F03A1B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599" y="279828"/>
            <a:ext cx="252000" cy="252000"/>
          </a:xfrm>
          <a:prstGeom prst="rect">
            <a:avLst/>
          </a:prstGeom>
        </p:spPr>
      </p:pic>
      <p:pic>
        <p:nvPicPr>
          <p:cNvPr id="37" name="Imagem 36" descr="Ícone&#10;&#10;Descrição gerada automaticamente">
            <a:extLst>
              <a:ext uri="{FF2B5EF4-FFF2-40B4-BE49-F238E27FC236}">
                <a16:creationId xmlns:a16="http://schemas.microsoft.com/office/drawing/2014/main" id="{E9796783-D828-4876-B348-E2E40C549B7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679" y="3010180"/>
            <a:ext cx="249840" cy="288000"/>
          </a:xfrm>
          <a:prstGeom prst="rect">
            <a:avLst/>
          </a:prstGeom>
        </p:spPr>
      </p:pic>
      <p:pic>
        <p:nvPicPr>
          <p:cNvPr id="38" name="Imagem 37" descr="Ícone&#10;&#10;Descrição gerada automaticamente">
            <a:extLst>
              <a:ext uri="{FF2B5EF4-FFF2-40B4-BE49-F238E27FC236}">
                <a16:creationId xmlns:a16="http://schemas.microsoft.com/office/drawing/2014/main" id="{3000747E-5B0C-4C4F-8A1A-174B0E92EAD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599" y="3639073"/>
            <a:ext cx="252000" cy="215460"/>
          </a:xfrm>
          <a:prstGeom prst="rect">
            <a:avLst/>
          </a:prstGeom>
        </p:spPr>
      </p:pic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1F5DF501-FCEE-4DCC-8397-2E95F4EA2507}"/>
              </a:ext>
            </a:extLst>
          </p:cNvPr>
          <p:cNvSpPr/>
          <p:nvPr/>
        </p:nvSpPr>
        <p:spPr>
          <a:xfrm>
            <a:off x="1553180" y="1149787"/>
            <a:ext cx="396000" cy="396000"/>
          </a:xfrm>
          <a:prstGeom prst="roundRect">
            <a:avLst>
              <a:gd name="adj" fmla="val 20000"/>
            </a:avLst>
          </a:prstGeom>
          <a:solidFill>
            <a:srgbClr val="524E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sp>
        <p:nvSpPr>
          <p:cNvPr id="28" name="Retângulo: Cantos Arredondados 27">
            <a:extLst>
              <a:ext uri="{FF2B5EF4-FFF2-40B4-BE49-F238E27FC236}">
                <a16:creationId xmlns:a16="http://schemas.microsoft.com/office/drawing/2014/main" id="{77EC6B1E-9E7B-4ABA-BE19-3A7F8A527816}"/>
              </a:ext>
            </a:extLst>
          </p:cNvPr>
          <p:cNvSpPr/>
          <p:nvPr/>
        </p:nvSpPr>
        <p:spPr>
          <a:xfrm>
            <a:off x="3460292" y="1149787"/>
            <a:ext cx="396000" cy="396000"/>
          </a:xfrm>
          <a:prstGeom prst="roundRect">
            <a:avLst>
              <a:gd name="adj" fmla="val 20000"/>
            </a:avLst>
          </a:prstGeom>
          <a:solidFill>
            <a:srgbClr val="25D4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 dirty="0"/>
          </a:p>
        </p:txBody>
      </p:sp>
      <p:sp>
        <p:nvSpPr>
          <p:cNvPr id="30" name="Retângulo: Cantos Arredondados 29">
            <a:extLst>
              <a:ext uri="{FF2B5EF4-FFF2-40B4-BE49-F238E27FC236}">
                <a16:creationId xmlns:a16="http://schemas.microsoft.com/office/drawing/2014/main" id="{5818F940-9FCA-4F5C-BE5B-C22291174F8A}"/>
              </a:ext>
            </a:extLst>
          </p:cNvPr>
          <p:cNvSpPr/>
          <p:nvPr/>
        </p:nvSpPr>
        <p:spPr>
          <a:xfrm>
            <a:off x="5366626" y="1149787"/>
            <a:ext cx="396000" cy="396000"/>
          </a:xfrm>
          <a:prstGeom prst="roundRect">
            <a:avLst>
              <a:gd name="adj" fmla="val 20000"/>
            </a:avLst>
          </a:prstGeom>
          <a:solidFill>
            <a:srgbClr val="30B1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pic>
        <p:nvPicPr>
          <p:cNvPr id="39" name="Imagem 38" descr="Ícone&#10;&#10;Descrição gerada automaticamente">
            <a:extLst>
              <a:ext uri="{FF2B5EF4-FFF2-40B4-BE49-F238E27FC236}">
                <a16:creationId xmlns:a16="http://schemas.microsoft.com/office/drawing/2014/main" id="{FC9F3399-2ECD-4915-920F-E452D4390F7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9548" y="1239787"/>
            <a:ext cx="248276" cy="216000"/>
          </a:xfrm>
          <a:prstGeom prst="rect">
            <a:avLst/>
          </a:prstGeom>
        </p:spPr>
      </p:pic>
      <p:pic>
        <p:nvPicPr>
          <p:cNvPr id="41" name="Imagem 40" descr="Ícone&#10;&#10;Descrição gerada automaticamente">
            <a:extLst>
              <a:ext uri="{FF2B5EF4-FFF2-40B4-BE49-F238E27FC236}">
                <a16:creationId xmlns:a16="http://schemas.microsoft.com/office/drawing/2014/main" id="{26E3CA8B-5D2A-40A1-A481-994857D8D8F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5218" y="1239787"/>
            <a:ext cx="109080" cy="216000"/>
          </a:xfrm>
          <a:prstGeom prst="rect">
            <a:avLst/>
          </a:prstGeom>
        </p:spPr>
      </p:pic>
      <p:pic>
        <p:nvPicPr>
          <p:cNvPr id="22" name="Imagem 21" descr="Ícone&#10;&#10;Descrição gerada automaticamente">
            <a:extLst>
              <a:ext uri="{FF2B5EF4-FFF2-40B4-BE49-F238E27FC236}">
                <a16:creationId xmlns:a16="http://schemas.microsoft.com/office/drawing/2014/main" id="{2F3145A2-5ADD-45B5-91A3-90F28BA2D959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7626" y="1230787"/>
            <a:ext cx="234000" cy="23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53928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tângulo Arredondado 3">
            <a:extLst>
              <a:ext uri="{FF2B5EF4-FFF2-40B4-BE49-F238E27FC236}">
                <a16:creationId xmlns:a16="http://schemas.microsoft.com/office/drawing/2014/main" id="{4AB1C8B1-57AF-4369-8D08-7EE28EE9684B}"/>
              </a:ext>
            </a:extLst>
          </p:cNvPr>
          <p:cNvSpPr/>
          <p:nvPr/>
        </p:nvSpPr>
        <p:spPr>
          <a:xfrm>
            <a:off x="327169" y="0"/>
            <a:ext cx="11864831" cy="6858000"/>
          </a:xfrm>
          <a:prstGeom prst="roundRect">
            <a:avLst>
              <a:gd name="adj" fmla="val 4253"/>
            </a:avLst>
          </a:prstGeom>
          <a:solidFill>
            <a:srgbClr val="181C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sp>
        <p:nvSpPr>
          <p:cNvPr id="33" name="Retângulo Arredondado 4">
            <a:extLst>
              <a:ext uri="{FF2B5EF4-FFF2-40B4-BE49-F238E27FC236}">
                <a16:creationId xmlns:a16="http://schemas.microsoft.com/office/drawing/2014/main" id="{360E21D8-6ECE-44F0-8069-4DB1FB6435DC}"/>
              </a:ext>
            </a:extLst>
          </p:cNvPr>
          <p:cNvSpPr/>
          <p:nvPr/>
        </p:nvSpPr>
        <p:spPr>
          <a:xfrm>
            <a:off x="1095375" y="123825"/>
            <a:ext cx="10972800" cy="6610349"/>
          </a:xfrm>
          <a:prstGeom prst="roundRect">
            <a:avLst>
              <a:gd name="adj" fmla="val 4253"/>
            </a:avLst>
          </a:prstGeom>
          <a:solidFill>
            <a:srgbClr val="22252C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Retângulo: Cantos Arredondados 39">
            <a:extLst>
              <a:ext uri="{FF2B5EF4-FFF2-40B4-BE49-F238E27FC236}">
                <a16:creationId xmlns:a16="http://schemas.microsoft.com/office/drawing/2014/main" id="{14A6721E-BB62-4CDA-B443-4A6A00CC9BED}"/>
              </a:ext>
            </a:extLst>
          </p:cNvPr>
          <p:cNvSpPr/>
          <p:nvPr/>
        </p:nvSpPr>
        <p:spPr>
          <a:xfrm>
            <a:off x="1316006" y="2065273"/>
            <a:ext cx="4500843" cy="2099178"/>
          </a:xfrm>
          <a:prstGeom prst="roundRect">
            <a:avLst>
              <a:gd name="adj" fmla="val 2971"/>
            </a:avLst>
          </a:prstGeom>
          <a:solidFill>
            <a:srgbClr val="2F32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 dirty="0"/>
          </a:p>
        </p:txBody>
      </p:sp>
      <p:sp>
        <p:nvSpPr>
          <p:cNvPr id="44" name="Retângulo Arredondado 64">
            <a:extLst>
              <a:ext uri="{FF2B5EF4-FFF2-40B4-BE49-F238E27FC236}">
                <a16:creationId xmlns:a16="http://schemas.microsoft.com/office/drawing/2014/main" id="{7AD156D6-212A-4A03-B4D1-53076B4264B4}"/>
              </a:ext>
            </a:extLst>
          </p:cNvPr>
          <p:cNvSpPr/>
          <p:nvPr/>
        </p:nvSpPr>
        <p:spPr>
          <a:xfrm>
            <a:off x="1316006" y="857250"/>
            <a:ext cx="7494450" cy="990600"/>
          </a:xfrm>
          <a:prstGeom prst="roundRect">
            <a:avLst>
              <a:gd name="adj" fmla="val 13913"/>
            </a:avLst>
          </a:prstGeom>
          <a:solidFill>
            <a:srgbClr val="2F32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3B84911E-01C9-49B8-9715-660C95399B42}"/>
              </a:ext>
            </a:extLst>
          </p:cNvPr>
          <p:cNvSpPr/>
          <p:nvPr/>
        </p:nvSpPr>
        <p:spPr>
          <a:xfrm>
            <a:off x="6032849" y="2065273"/>
            <a:ext cx="2777607" cy="4451478"/>
          </a:xfrm>
          <a:prstGeom prst="roundRect">
            <a:avLst>
              <a:gd name="adj" fmla="val 2971"/>
            </a:avLst>
          </a:prstGeom>
          <a:solidFill>
            <a:srgbClr val="2F32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 dirty="0"/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3C2DBC4B-B069-446E-AFCC-20D6C1A20FA4}"/>
              </a:ext>
            </a:extLst>
          </p:cNvPr>
          <p:cNvSpPr/>
          <p:nvPr/>
        </p:nvSpPr>
        <p:spPr>
          <a:xfrm>
            <a:off x="1316006" y="4381874"/>
            <a:ext cx="4500843" cy="2134877"/>
          </a:xfrm>
          <a:prstGeom prst="roundRect">
            <a:avLst>
              <a:gd name="adj" fmla="val 2971"/>
            </a:avLst>
          </a:prstGeom>
          <a:solidFill>
            <a:srgbClr val="2F32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 dirty="0"/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BFA29BF8-8D3D-4DA2-B471-07B5BFC0BE3E}"/>
              </a:ext>
            </a:extLst>
          </p:cNvPr>
          <p:cNvSpPr/>
          <p:nvPr/>
        </p:nvSpPr>
        <p:spPr>
          <a:xfrm>
            <a:off x="9026456" y="341248"/>
            <a:ext cx="2807922" cy="6175503"/>
          </a:xfrm>
          <a:prstGeom prst="roundRect">
            <a:avLst>
              <a:gd name="adj" fmla="val 2971"/>
            </a:avLst>
          </a:prstGeom>
          <a:solidFill>
            <a:srgbClr val="2F32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 dirty="0"/>
          </a:p>
        </p:txBody>
      </p:sp>
      <p:pic>
        <p:nvPicPr>
          <p:cNvPr id="1024" name="Gráfico 1023">
            <a:extLst>
              <a:ext uri="{FF2B5EF4-FFF2-40B4-BE49-F238E27FC236}">
                <a16:creationId xmlns:a16="http://schemas.microsoft.com/office/drawing/2014/main" id="{33A0F7E0-E23A-4247-88DE-C6B820CF109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b="1548"/>
          <a:stretch/>
        </p:blipFill>
        <p:spPr>
          <a:xfrm>
            <a:off x="7473160" y="639827"/>
            <a:ext cx="1345355" cy="1199381"/>
          </a:xfrm>
          <a:prstGeom prst="rect">
            <a:avLst/>
          </a:prstGeom>
        </p:spPr>
      </p:pic>
      <p:sp>
        <p:nvSpPr>
          <p:cNvPr id="27" name="Retângulo Arredondado 61">
            <a:extLst>
              <a:ext uri="{FF2B5EF4-FFF2-40B4-BE49-F238E27FC236}">
                <a16:creationId xmlns:a16="http://schemas.microsoft.com/office/drawing/2014/main" id="{31B91F45-1CBD-48C5-80F1-BDA7D0A1CD5E}"/>
              </a:ext>
            </a:extLst>
          </p:cNvPr>
          <p:cNvSpPr/>
          <p:nvPr/>
        </p:nvSpPr>
        <p:spPr>
          <a:xfrm>
            <a:off x="26535" y="2920621"/>
            <a:ext cx="990672" cy="457200"/>
          </a:xfrm>
          <a:prstGeom prst="roundRect">
            <a:avLst>
              <a:gd name="adj" fmla="val 19202"/>
            </a:avLst>
          </a:prstGeom>
          <a:gradFill flip="none" rotWithShape="1">
            <a:gsLst>
              <a:gs pos="0">
                <a:srgbClr val="524EEE"/>
              </a:gs>
              <a:gs pos="50000">
                <a:srgbClr val="30B1FE"/>
              </a:gs>
              <a:gs pos="100000">
                <a:srgbClr val="25D498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1" name="Imagem 30" descr="Ícone&#10;&#10;Descrição gerada automaticamente">
            <a:extLst>
              <a:ext uri="{FF2B5EF4-FFF2-40B4-BE49-F238E27FC236}">
                <a16:creationId xmlns:a16="http://schemas.microsoft.com/office/drawing/2014/main" id="{9F0810B6-C477-40CB-A6B9-CF5C077FBAF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599" y="2413015"/>
            <a:ext cx="252000" cy="256271"/>
          </a:xfrm>
          <a:prstGeom prst="rect">
            <a:avLst/>
          </a:prstGeom>
        </p:spPr>
      </p:pic>
      <p:pic>
        <p:nvPicPr>
          <p:cNvPr id="34" name="Imagem 33" descr="Ícone&#10;&#10;Descrição gerada automaticamente">
            <a:extLst>
              <a:ext uri="{FF2B5EF4-FFF2-40B4-BE49-F238E27FC236}">
                <a16:creationId xmlns:a16="http://schemas.microsoft.com/office/drawing/2014/main" id="{A703D096-F133-4F57-84CE-62F6DCEF0C4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599" y="6182648"/>
            <a:ext cx="252000" cy="252000"/>
          </a:xfrm>
          <a:prstGeom prst="rect">
            <a:avLst/>
          </a:prstGeom>
        </p:spPr>
      </p:pic>
      <p:pic>
        <p:nvPicPr>
          <p:cNvPr id="35" name="Imagem 34" descr="Ícone&#10;&#10;Descrição gerada automaticamente">
            <a:extLst>
              <a:ext uri="{FF2B5EF4-FFF2-40B4-BE49-F238E27FC236}">
                <a16:creationId xmlns:a16="http://schemas.microsoft.com/office/drawing/2014/main" id="{8110A8D3-DFB8-46F0-B936-49845DE9DA6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599" y="279828"/>
            <a:ext cx="252000" cy="252000"/>
          </a:xfrm>
          <a:prstGeom prst="rect">
            <a:avLst/>
          </a:prstGeom>
        </p:spPr>
      </p:pic>
      <p:pic>
        <p:nvPicPr>
          <p:cNvPr id="37" name="Imagem 36" descr="Ícone&#10;&#10;Descrição gerada automaticamente">
            <a:extLst>
              <a:ext uri="{FF2B5EF4-FFF2-40B4-BE49-F238E27FC236}">
                <a16:creationId xmlns:a16="http://schemas.microsoft.com/office/drawing/2014/main" id="{9905627F-E508-4F88-82AE-294AF963B78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679" y="3010180"/>
            <a:ext cx="249840" cy="288000"/>
          </a:xfrm>
          <a:prstGeom prst="rect">
            <a:avLst/>
          </a:prstGeom>
        </p:spPr>
      </p:pic>
      <p:pic>
        <p:nvPicPr>
          <p:cNvPr id="38" name="Imagem 37" descr="Ícone&#10;&#10;Descrição gerada automaticamente">
            <a:extLst>
              <a:ext uri="{FF2B5EF4-FFF2-40B4-BE49-F238E27FC236}">
                <a16:creationId xmlns:a16="http://schemas.microsoft.com/office/drawing/2014/main" id="{136D91AF-B3BA-48C0-A048-AB0D802C3E9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599" y="3639073"/>
            <a:ext cx="252000" cy="215460"/>
          </a:xfrm>
          <a:prstGeom prst="rect">
            <a:avLst/>
          </a:prstGeom>
        </p:spPr>
      </p:pic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CAE93B7F-6834-4E8F-8DC6-626277A5330B}"/>
              </a:ext>
            </a:extLst>
          </p:cNvPr>
          <p:cNvSpPr/>
          <p:nvPr/>
        </p:nvSpPr>
        <p:spPr>
          <a:xfrm>
            <a:off x="1553180" y="1149787"/>
            <a:ext cx="396000" cy="396000"/>
          </a:xfrm>
          <a:prstGeom prst="roundRect">
            <a:avLst>
              <a:gd name="adj" fmla="val 20000"/>
            </a:avLst>
          </a:prstGeom>
          <a:solidFill>
            <a:srgbClr val="524E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sp>
        <p:nvSpPr>
          <p:cNvPr id="28" name="Retângulo: Cantos Arredondados 27">
            <a:extLst>
              <a:ext uri="{FF2B5EF4-FFF2-40B4-BE49-F238E27FC236}">
                <a16:creationId xmlns:a16="http://schemas.microsoft.com/office/drawing/2014/main" id="{285507CF-AC3A-44B9-BD5A-76F692A7E882}"/>
              </a:ext>
            </a:extLst>
          </p:cNvPr>
          <p:cNvSpPr/>
          <p:nvPr/>
        </p:nvSpPr>
        <p:spPr>
          <a:xfrm>
            <a:off x="3460292" y="1149787"/>
            <a:ext cx="396000" cy="396000"/>
          </a:xfrm>
          <a:prstGeom prst="roundRect">
            <a:avLst>
              <a:gd name="adj" fmla="val 20000"/>
            </a:avLst>
          </a:prstGeom>
          <a:solidFill>
            <a:srgbClr val="25D4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 dirty="0"/>
          </a:p>
        </p:txBody>
      </p:sp>
      <p:sp>
        <p:nvSpPr>
          <p:cNvPr id="30" name="Retângulo: Cantos Arredondados 29">
            <a:extLst>
              <a:ext uri="{FF2B5EF4-FFF2-40B4-BE49-F238E27FC236}">
                <a16:creationId xmlns:a16="http://schemas.microsoft.com/office/drawing/2014/main" id="{45D3F74B-AC27-43FD-B310-92B3618EFD47}"/>
              </a:ext>
            </a:extLst>
          </p:cNvPr>
          <p:cNvSpPr/>
          <p:nvPr/>
        </p:nvSpPr>
        <p:spPr>
          <a:xfrm>
            <a:off x="5366626" y="1149787"/>
            <a:ext cx="396000" cy="396000"/>
          </a:xfrm>
          <a:prstGeom prst="roundRect">
            <a:avLst>
              <a:gd name="adj" fmla="val 20000"/>
            </a:avLst>
          </a:prstGeom>
          <a:solidFill>
            <a:srgbClr val="30B1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pic>
        <p:nvPicPr>
          <p:cNvPr id="39" name="Imagem 38" descr="Ícone&#10;&#10;Descrição gerada automaticamente">
            <a:extLst>
              <a:ext uri="{FF2B5EF4-FFF2-40B4-BE49-F238E27FC236}">
                <a16:creationId xmlns:a16="http://schemas.microsoft.com/office/drawing/2014/main" id="{48E07146-707A-4F90-9143-42D57069681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9548" y="1239787"/>
            <a:ext cx="248276" cy="216000"/>
          </a:xfrm>
          <a:prstGeom prst="rect">
            <a:avLst/>
          </a:prstGeom>
        </p:spPr>
      </p:pic>
      <p:pic>
        <p:nvPicPr>
          <p:cNvPr id="41" name="Imagem 40" descr="Ícone&#10;&#10;Descrição gerada automaticamente">
            <a:extLst>
              <a:ext uri="{FF2B5EF4-FFF2-40B4-BE49-F238E27FC236}">
                <a16:creationId xmlns:a16="http://schemas.microsoft.com/office/drawing/2014/main" id="{B6F4F92F-0A4B-4AAB-9A56-C81FCE9E42B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5218" y="1239787"/>
            <a:ext cx="109080" cy="216000"/>
          </a:xfrm>
          <a:prstGeom prst="rect">
            <a:avLst/>
          </a:prstGeom>
        </p:spPr>
      </p:pic>
      <p:pic>
        <p:nvPicPr>
          <p:cNvPr id="22" name="Imagem 21" descr="Ícone&#10;&#10;Descrição gerada automaticamente">
            <a:extLst>
              <a:ext uri="{FF2B5EF4-FFF2-40B4-BE49-F238E27FC236}">
                <a16:creationId xmlns:a16="http://schemas.microsoft.com/office/drawing/2014/main" id="{9005FC28-C9DB-4DC8-B14F-6641050279FF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7626" y="1230787"/>
            <a:ext cx="234000" cy="23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10670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tângulo Arredondado 3">
            <a:extLst>
              <a:ext uri="{FF2B5EF4-FFF2-40B4-BE49-F238E27FC236}">
                <a16:creationId xmlns:a16="http://schemas.microsoft.com/office/drawing/2014/main" id="{4AB1C8B1-57AF-4369-8D08-7EE28EE9684B}"/>
              </a:ext>
            </a:extLst>
          </p:cNvPr>
          <p:cNvSpPr/>
          <p:nvPr/>
        </p:nvSpPr>
        <p:spPr>
          <a:xfrm>
            <a:off x="327169" y="0"/>
            <a:ext cx="11864831" cy="6858000"/>
          </a:xfrm>
          <a:prstGeom prst="roundRect">
            <a:avLst>
              <a:gd name="adj" fmla="val 4253"/>
            </a:avLst>
          </a:prstGeom>
          <a:solidFill>
            <a:srgbClr val="181C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sp>
        <p:nvSpPr>
          <p:cNvPr id="33" name="Retângulo Arredondado 4">
            <a:extLst>
              <a:ext uri="{FF2B5EF4-FFF2-40B4-BE49-F238E27FC236}">
                <a16:creationId xmlns:a16="http://schemas.microsoft.com/office/drawing/2014/main" id="{360E21D8-6ECE-44F0-8069-4DB1FB6435DC}"/>
              </a:ext>
            </a:extLst>
          </p:cNvPr>
          <p:cNvSpPr/>
          <p:nvPr/>
        </p:nvSpPr>
        <p:spPr>
          <a:xfrm>
            <a:off x="1095375" y="123825"/>
            <a:ext cx="10972800" cy="6610349"/>
          </a:xfrm>
          <a:prstGeom prst="roundRect">
            <a:avLst>
              <a:gd name="adj" fmla="val 4253"/>
            </a:avLst>
          </a:prstGeom>
          <a:solidFill>
            <a:srgbClr val="22252C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Retângulo: Cantos Arredondados 39">
            <a:extLst>
              <a:ext uri="{FF2B5EF4-FFF2-40B4-BE49-F238E27FC236}">
                <a16:creationId xmlns:a16="http://schemas.microsoft.com/office/drawing/2014/main" id="{14A6721E-BB62-4CDA-B443-4A6A00CC9BED}"/>
              </a:ext>
            </a:extLst>
          </p:cNvPr>
          <p:cNvSpPr/>
          <p:nvPr/>
        </p:nvSpPr>
        <p:spPr>
          <a:xfrm>
            <a:off x="1316006" y="2065273"/>
            <a:ext cx="4500843" cy="2099178"/>
          </a:xfrm>
          <a:prstGeom prst="roundRect">
            <a:avLst>
              <a:gd name="adj" fmla="val 2971"/>
            </a:avLst>
          </a:prstGeom>
          <a:solidFill>
            <a:srgbClr val="2F32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 dirty="0"/>
          </a:p>
        </p:txBody>
      </p:sp>
      <p:sp>
        <p:nvSpPr>
          <p:cNvPr id="44" name="Retângulo Arredondado 64">
            <a:extLst>
              <a:ext uri="{FF2B5EF4-FFF2-40B4-BE49-F238E27FC236}">
                <a16:creationId xmlns:a16="http://schemas.microsoft.com/office/drawing/2014/main" id="{7AD156D6-212A-4A03-B4D1-53076B4264B4}"/>
              </a:ext>
            </a:extLst>
          </p:cNvPr>
          <p:cNvSpPr/>
          <p:nvPr/>
        </p:nvSpPr>
        <p:spPr>
          <a:xfrm>
            <a:off x="1316006" y="857250"/>
            <a:ext cx="7494450" cy="990600"/>
          </a:xfrm>
          <a:prstGeom prst="roundRect">
            <a:avLst>
              <a:gd name="adj" fmla="val 13913"/>
            </a:avLst>
          </a:prstGeom>
          <a:solidFill>
            <a:srgbClr val="2F32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3B84911E-01C9-49B8-9715-660C95399B42}"/>
              </a:ext>
            </a:extLst>
          </p:cNvPr>
          <p:cNvSpPr/>
          <p:nvPr/>
        </p:nvSpPr>
        <p:spPr>
          <a:xfrm>
            <a:off x="6032849" y="2065273"/>
            <a:ext cx="2777607" cy="4451478"/>
          </a:xfrm>
          <a:prstGeom prst="roundRect">
            <a:avLst>
              <a:gd name="adj" fmla="val 2971"/>
            </a:avLst>
          </a:prstGeom>
          <a:solidFill>
            <a:srgbClr val="2F32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 dirty="0"/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3C2DBC4B-B069-446E-AFCC-20D6C1A20FA4}"/>
              </a:ext>
            </a:extLst>
          </p:cNvPr>
          <p:cNvSpPr/>
          <p:nvPr/>
        </p:nvSpPr>
        <p:spPr>
          <a:xfrm>
            <a:off x="1316006" y="4381874"/>
            <a:ext cx="4500843" cy="2134877"/>
          </a:xfrm>
          <a:prstGeom prst="roundRect">
            <a:avLst>
              <a:gd name="adj" fmla="val 2971"/>
            </a:avLst>
          </a:prstGeom>
          <a:solidFill>
            <a:srgbClr val="2F32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 dirty="0"/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BFA29BF8-8D3D-4DA2-B471-07B5BFC0BE3E}"/>
              </a:ext>
            </a:extLst>
          </p:cNvPr>
          <p:cNvSpPr/>
          <p:nvPr/>
        </p:nvSpPr>
        <p:spPr>
          <a:xfrm>
            <a:off x="9026456" y="341248"/>
            <a:ext cx="2807922" cy="6175503"/>
          </a:xfrm>
          <a:prstGeom prst="roundRect">
            <a:avLst>
              <a:gd name="adj" fmla="val 2971"/>
            </a:avLst>
          </a:prstGeom>
          <a:solidFill>
            <a:srgbClr val="2F32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 dirty="0"/>
          </a:p>
        </p:txBody>
      </p:sp>
      <p:pic>
        <p:nvPicPr>
          <p:cNvPr id="1024" name="Gráfico 1023">
            <a:extLst>
              <a:ext uri="{FF2B5EF4-FFF2-40B4-BE49-F238E27FC236}">
                <a16:creationId xmlns:a16="http://schemas.microsoft.com/office/drawing/2014/main" id="{33A0F7E0-E23A-4247-88DE-C6B820CF109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b="1548"/>
          <a:stretch/>
        </p:blipFill>
        <p:spPr>
          <a:xfrm>
            <a:off x="7473160" y="639827"/>
            <a:ext cx="1345355" cy="1199381"/>
          </a:xfrm>
          <a:prstGeom prst="rect">
            <a:avLst/>
          </a:prstGeom>
        </p:spPr>
      </p:pic>
      <p:sp>
        <p:nvSpPr>
          <p:cNvPr id="27" name="Retângulo Arredondado 61">
            <a:extLst>
              <a:ext uri="{FF2B5EF4-FFF2-40B4-BE49-F238E27FC236}">
                <a16:creationId xmlns:a16="http://schemas.microsoft.com/office/drawing/2014/main" id="{31B91F45-1CBD-48C5-80F1-BDA7D0A1CD5E}"/>
              </a:ext>
            </a:extLst>
          </p:cNvPr>
          <p:cNvSpPr/>
          <p:nvPr/>
        </p:nvSpPr>
        <p:spPr>
          <a:xfrm>
            <a:off x="26535" y="2920621"/>
            <a:ext cx="990672" cy="457200"/>
          </a:xfrm>
          <a:prstGeom prst="roundRect">
            <a:avLst>
              <a:gd name="adj" fmla="val 19202"/>
            </a:avLst>
          </a:prstGeom>
          <a:solidFill>
            <a:srgbClr val="F24E2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pic>
        <p:nvPicPr>
          <p:cNvPr id="31" name="Imagem 30" descr="Ícone&#10;&#10;Descrição gerada automaticamente">
            <a:extLst>
              <a:ext uri="{FF2B5EF4-FFF2-40B4-BE49-F238E27FC236}">
                <a16:creationId xmlns:a16="http://schemas.microsoft.com/office/drawing/2014/main" id="{9F0810B6-C477-40CB-A6B9-CF5C077FBAF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599" y="2413015"/>
            <a:ext cx="252000" cy="256271"/>
          </a:xfrm>
          <a:prstGeom prst="rect">
            <a:avLst/>
          </a:prstGeom>
        </p:spPr>
      </p:pic>
      <p:pic>
        <p:nvPicPr>
          <p:cNvPr id="34" name="Imagem 33" descr="Ícone&#10;&#10;Descrição gerada automaticamente">
            <a:extLst>
              <a:ext uri="{FF2B5EF4-FFF2-40B4-BE49-F238E27FC236}">
                <a16:creationId xmlns:a16="http://schemas.microsoft.com/office/drawing/2014/main" id="{A703D096-F133-4F57-84CE-62F6DCEF0C4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599" y="6182648"/>
            <a:ext cx="252000" cy="252000"/>
          </a:xfrm>
          <a:prstGeom prst="rect">
            <a:avLst/>
          </a:prstGeom>
        </p:spPr>
      </p:pic>
      <p:pic>
        <p:nvPicPr>
          <p:cNvPr id="35" name="Imagem 34" descr="Ícone&#10;&#10;Descrição gerada automaticamente">
            <a:extLst>
              <a:ext uri="{FF2B5EF4-FFF2-40B4-BE49-F238E27FC236}">
                <a16:creationId xmlns:a16="http://schemas.microsoft.com/office/drawing/2014/main" id="{8110A8D3-DFB8-46F0-B936-49845DE9DA6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599" y="279828"/>
            <a:ext cx="252000" cy="252000"/>
          </a:xfrm>
          <a:prstGeom prst="rect">
            <a:avLst/>
          </a:prstGeom>
        </p:spPr>
      </p:pic>
      <p:pic>
        <p:nvPicPr>
          <p:cNvPr id="37" name="Imagem 36" descr="Ícone&#10;&#10;Descrição gerada automaticamente">
            <a:extLst>
              <a:ext uri="{FF2B5EF4-FFF2-40B4-BE49-F238E27FC236}">
                <a16:creationId xmlns:a16="http://schemas.microsoft.com/office/drawing/2014/main" id="{9905627F-E508-4F88-82AE-294AF963B78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679" y="3010180"/>
            <a:ext cx="249840" cy="288000"/>
          </a:xfrm>
          <a:prstGeom prst="rect">
            <a:avLst/>
          </a:prstGeom>
        </p:spPr>
      </p:pic>
      <p:pic>
        <p:nvPicPr>
          <p:cNvPr id="38" name="Imagem 37" descr="Ícone&#10;&#10;Descrição gerada automaticamente">
            <a:extLst>
              <a:ext uri="{FF2B5EF4-FFF2-40B4-BE49-F238E27FC236}">
                <a16:creationId xmlns:a16="http://schemas.microsoft.com/office/drawing/2014/main" id="{136D91AF-B3BA-48C0-A048-AB0D802C3E9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599" y="3639073"/>
            <a:ext cx="252000" cy="215460"/>
          </a:xfrm>
          <a:prstGeom prst="rect">
            <a:avLst/>
          </a:prstGeom>
        </p:spPr>
      </p:pic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CAE93B7F-6834-4E8F-8DC6-626277A5330B}"/>
              </a:ext>
            </a:extLst>
          </p:cNvPr>
          <p:cNvSpPr/>
          <p:nvPr/>
        </p:nvSpPr>
        <p:spPr>
          <a:xfrm>
            <a:off x="1553180" y="1149787"/>
            <a:ext cx="396000" cy="396000"/>
          </a:xfrm>
          <a:prstGeom prst="roundRect">
            <a:avLst>
              <a:gd name="adj" fmla="val 20000"/>
            </a:avLst>
          </a:prstGeom>
          <a:solidFill>
            <a:srgbClr val="F24E2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sp>
        <p:nvSpPr>
          <p:cNvPr id="28" name="Retângulo: Cantos Arredondados 27">
            <a:extLst>
              <a:ext uri="{FF2B5EF4-FFF2-40B4-BE49-F238E27FC236}">
                <a16:creationId xmlns:a16="http://schemas.microsoft.com/office/drawing/2014/main" id="{285507CF-AC3A-44B9-BD5A-76F692A7E882}"/>
              </a:ext>
            </a:extLst>
          </p:cNvPr>
          <p:cNvSpPr/>
          <p:nvPr/>
        </p:nvSpPr>
        <p:spPr>
          <a:xfrm>
            <a:off x="3460292" y="1149787"/>
            <a:ext cx="396000" cy="396000"/>
          </a:xfrm>
          <a:prstGeom prst="roundRect">
            <a:avLst>
              <a:gd name="adj" fmla="val 20000"/>
            </a:avLst>
          </a:prstGeom>
          <a:solidFill>
            <a:srgbClr val="F24E2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 dirty="0"/>
          </a:p>
        </p:txBody>
      </p:sp>
      <p:sp>
        <p:nvSpPr>
          <p:cNvPr id="30" name="Retângulo: Cantos Arredondados 29">
            <a:extLst>
              <a:ext uri="{FF2B5EF4-FFF2-40B4-BE49-F238E27FC236}">
                <a16:creationId xmlns:a16="http://schemas.microsoft.com/office/drawing/2014/main" id="{45D3F74B-AC27-43FD-B310-92B3618EFD47}"/>
              </a:ext>
            </a:extLst>
          </p:cNvPr>
          <p:cNvSpPr/>
          <p:nvPr/>
        </p:nvSpPr>
        <p:spPr>
          <a:xfrm>
            <a:off x="5366626" y="1149787"/>
            <a:ext cx="396000" cy="396000"/>
          </a:xfrm>
          <a:prstGeom prst="roundRect">
            <a:avLst>
              <a:gd name="adj" fmla="val 20000"/>
            </a:avLst>
          </a:prstGeom>
          <a:solidFill>
            <a:srgbClr val="F24E2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pic>
        <p:nvPicPr>
          <p:cNvPr id="39" name="Imagem 38" descr="Ícone&#10;&#10;Descrição gerada automaticamente">
            <a:extLst>
              <a:ext uri="{FF2B5EF4-FFF2-40B4-BE49-F238E27FC236}">
                <a16:creationId xmlns:a16="http://schemas.microsoft.com/office/drawing/2014/main" id="{48E07146-707A-4F90-9143-42D57069681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9548" y="1239787"/>
            <a:ext cx="248276" cy="216000"/>
          </a:xfrm>
          <a:prstGeom prst="rect">
            <a:avLst/>
          </a:prstGeom>
        </p:spPr>
      </p:pic>
      <p:pic>
        <p:nvPicPr>
          <p:cNvPr id="41" name="Imagem 40" descr="Ícone&#10;&#10;Descrição gerada automaticamente">
            <a:extLst>
              <a:ext uri="{FF2B5EF4-FFF2-40B4-BE49-F238E27FC236}">
                <a16:creationId xmlns:a16="http://schemas.microsoft.com/office/drawing/2014/main" id="{B6F4F92F-0A4B-4AAB-9A56-C81FCE9E42B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5218" y="1239787"/>
            <a:ext cx="109080" cy="216000"/>
          </a:xfrm>
          <a:prstGeom prst="rect">
            <a:avLst/>
          </a:prstGeom>
        </p:spPr>
      </p:pic>
      <p:pic>
        <p:nvPicPr>
          <p:cNvPr id="22" name="Imagem 21" descr="Ícone&#10;&#10;Descrição gerada automaticamente">
            <a:extLst>
              <a:ext uri="{FF2B5EF4-FFF2-40B4-BE49-F238E27FC236}">
                <a16:creationId xmlns:a16="http://schemas.microsoft.com/office/drawing/2014/main" id="{9005FC28-C9DB-4DC8-B14F-6641050279FF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7626" y="1230787"/>
            <a:ext cx="234000" cy="23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89679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tângulo Arredondado 3">
            <a:extLst>
              <a:ext uri="{FF2B5EF4-FFF2-40B4-BE49-F238E27FC236}">
                <a16:creationId xmlns:a16="http://schemas.microsoft.com/office/drawing/2014/main" id="{4AB1C8B1-57AF-4369-8D08-7EE28EE9684B}"/>
              </a:ext>
            </a:extLst>
          </p:cNvPr>
          <p:cNvSpPr/>
          <p:nvPr/>
        </p:nvSpPr>
        <p:spPr>
          <a:xfrm>
            <a:off x="327169" y="0"/>
            <a:ext cx="11864831" cy="6858000"/>
          </a:xfrm>
          <a:prstGeom prst="roundRect">
            <a:avLst>
              <a:gd name="adj" fmla="val 4253"/>
            </a:avLst>
          </a:prstGeom>
          <a:solidFill>
            <a:srgbClr val="181C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sp>
        <p:nvSpPr>
          <p:cNvPr id="33" name="Retângulo Arredondado 4">
            <a:extLst>
              <a:ext uri="{FF2B5EF4-FFF2-40B4-BE49-F238E27FC236}">
                <a16:creationId xmlns:a16="http://schemas.microsoft.com/office/drawing/2014/main" id="{360E21D8-6ECE-44F0-8069-4DB1FB6435DC}"/>
              </a:ext>
            </a:extLst>
          </p:cNvPr>
          <p:cNvSpPr/>
          <p:nvPr/>
        </p:nvSpPr>
        <p:spPr>
          <a:xfrm>
            <a:off x="1095375" y="123825"/>
            <a:ext cx="10972800" cy="6610349"/>
          </a:xfrm>
          <a:prstGeom prst="roundRect">
            <a:avLst>
              <a:gd name="adj" fmla="val 4253"/>
            </a:avLst>
          </a:prstGeom>
          <a:solidFill>
            <a:srgbClr val="22252C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Retângulo: Cantos Arredondados 39">
            <a:extLst>
              <a:ext uri="{FF2B5EF4-FFF2-40B4-BE49-F238E27FC236}">
                <a16:creationId xmlns:a16="http://schemas.microsoft.com/office/drawing/2014/main" id="{14A6721E-BB62-4CDA-B443-4A6A00CC9BED}"/>
              </a:ext>
            </a:extLst>
          </p:cNvPr>
          <p:cNvSpPr/>
          <p:nvPr/>
        </p:nvSpPr>
        <p:spPr>
          <a:xfrm>
            <a:off x="1316006" y="2065273"/>
            <a:ext cx="4500843" cy="2099178"/>
          </a:xfrm>
          <a:prstGeom prst="roundRect">
            <a:avLst>
              <a:gd name="adj" fmla="val 2971"/>
            </a:avLst>
          </a:prstGeom>
          <a:solidFill>
            <a:srgbClr val="2F32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 dirty="0"/>
          </a:p>
        </p:txBody>
      </p:sp>
      <p:sp>
        <p:nvSpPr>
          <p:cNvPr id="44" name="Retângulo Arredondado 64">
            <a:extLst>
              <a:ext uri="{FF2B5EF4-FFF2-40B4-BE49-F238E27FC236}">
                <a16:creationId xmlns:a16="http://schemas.microsoft.com/office/drawing/2014/main" id="{7AD156D6-212A-4A03-B4D1-53076B4264B4}"/>
              </a:ext>
            </a:extLst>
          </p:cNvPr>
          <p:cNvSpPr/>
          <p:nvPr/>
        </p:nvSpPr>
        <p:spPr>
          <a:xfrm>
            <a:off x="1316006" y="857250"/>
            <a:ext cx="7494450" cy="990600"/>
          </a:xfrm>
          <a:prstGeom prst="roundRect">
            <a:avLst>
              <a:gd name="adj" fmla="val 13913"/>
            </a:avLst>
          </a:prstGeom>
          <a:solidFill>
            <a:srgbClr val="F24E2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3B84911E-01C9-49B8-9715-660C95399B42}"/>
              </a:ext>
            </a:extLst>
          </p:cNvPr>
          <p:cNvSpPr/>
          <p:nvPr/>
        </p:nvSpPr>
        <p:spPr>
          <a:xfrm>
            <a:off x="6032849" y="2065273"/>
            <a:ext cx="2777607" cy="4451478"/>
          </a:xfrm>
          <a:prstGeom prst="roundRect">
            <a:avLst>
              <a:gd name="adj" fmla="val 2971"/>
            </a:avLst>
          </a:prstGeom>
          <a:solidFill>
            <a:srgbClr val="2F32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 dirty="0"/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3C2DBC4B-B069-446E-AFCC-20D6C1A20FA4}"/>
              </a:ext>
            </a:extLst>
          </p:cNvPr>
          <p:cNvSpPr/>
          <p:nvPr/>
        </p:nvSpPr>
        <p:spPr>
          <a:xfrm>
            <a:off x="1316006" y="4381874"/>
            <a:ext cx="4500843" cy="2134877"/>
          </a:xfrm>
          <a:prstGeom prst="roundRect">
            <a:avLst>
              <a:gd name="adj" fmla="val 2971"/>
            </a:avLst>
          </a:prstGeom>
          <a:solidFill>
            <a:srgbClr val="2F32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 dirty="0"/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BFA29BF8-8D3D-4DA2-B471-07B5BFC0BE3E}"/>
              </a:ext>
            </a:extLst>
          </p:cNvPr>
          <p:cNvSpPr/>
          <p:nvPr/>
        </p:nvSpPr>
        <p:spPr>
          <a:xfrm>
            <a:off x="9026456" y="341248"/>
            <a:ext cx="2807922" cy="6175503"/>
          </a:xfrm>
          <a:prstGeom prst="roundRect">
            <a:avLst>
              <a:gd name="adj" fmla="val 2971"/>
            </a:avLst>
          </a:prstGeom>
          <a:solidFill>
            <a:srgbClr val="2F32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 dirty="0"/>
          </a:p>
        </p:txBody>
      </p:sp>
      <p:pic>
        <p:nvPicPr>
          <p:cNvPr id="1024" name="Gráfico 1023">
            <a:extLst>
              <a:ext uri="{FF2B5EF4-FFF2-40B4-BE49-F238E27FC236}">
                <a16:creationId xmlns:a16="http://schemas.microsoft.com/office/drawing/2014/main" id="{33A0F7E0-E23A-4247-88DE-C6B820CF109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b="1548"/>
          <a:stretch/>
        </p:blipFill>
        <p:spPr>
          <a:xfrm>
            <a:off x="7473160" y="639827"/>
            <a:ext cx="1345355" cy="1199381"/>
          </a:xfrm>
          <a:prstGeom prst="rect">
            <a:avLst/>
          </a:prstGeom>
        </p:spPr>
      </p:pic>
      <p:sp>
        <p:nvSpPr>
          <p:cNvPr id="27" name="Retângulo Arredondado 61">
            <a:extLst>
              <a:ext uri="{FF2B5EF4-FFF2-40B4-BE49-F238E27FC236}">
                <a16:creationId xmlns:a16="http://schemas.microsoft.com/office/drawing/2014/main" id="{31B91F45-1CBD-48C5-80F1-BDA7D0A1CD5E}"/>
              </a:ext>
            </a:extLst>
          </p:cNvPr>
          <p:cNvSpPr/>
          <p:nvPr/>
        </p:nvSpPr>
        <p:spPr>
          <a:xfrm>
            <a:off x="26535" y="2920621"/>
            <a:ext cx="990672" cy="457200"/>
          </a:xfrm>
          <a:prstGeom prst="roundRect">
            <a:avLst>
              <a:gd name="adj" fmla="val 19202"/>
            </a:avLst>
          </a:prstGeom>
          <a:solidFill>
            <a:srgbClr val="F24E2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pic>
        <p:nvPicPr>
          <p:cNvPr id="31" name="Imagem 30" descr="Ícone&#10;&#10;Descrição gerada automaticamente">
            <a:extLst>
              <a:ext uri="{FF2B5EF4-FFF2-40B4-BE49-F238E27FC236}">
                <a16:creationId xmlns:a16="http://schemas.microsoft.com/office/drawing/2014/main" id="{9F0810B6-C477-40CB-A6B9-CF5C077FBAF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599" y="2413015"/>
            <a:ext cx="252000" cy="256271"/>
          </a:xfrm>
          <a:prstGeom prst="rect">
            <a:avLst/>
          </a:prstGeom>
        </p:spPr>
      </p:pic>
      <p:pic>
        <p:nvPicPr>
          <p:cNvPr id="34" name="Imagem 33" descr="Ícone&#10;&#10;Descrição gerada automaticamente">
            <a:extLst>
              <a:ext uri="{FF2B5EF4-FFF2-40B4-BE49-F238E27FC236}">
                <a16:creationId xmlns:a16="http://schemas.microsoft.com/office/drawing/2014/main" id="{A703D096-F133-4F57-84CE-62F6DCEF0C4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599" y="6182648"/>
            <a:ext cx="252000" cy="252000"/>
          </a:xfrm>
          <a:prstGeom prst="rect">
            <a:avLst/>
          </a:prstGeom>
        </p:spPr>
      </p:pic>
      <p:pic>
        <p:nvPicPr>
          <p:cNvPr id="35" name="Imagem 34" descr="Ícone&#10;&#10;Descrição gerada automaticamente">
            <a:extLst>
              <a:ext uri="{FF2B5EF4-FFF2-40B4-BE49-F238E27FC236}">
                <a16:creationId xmlns:a16="http://schemas.microsoft.com/office/drawing/2014/main" id="{8110A8D3-DFB8-46F0-B936-49845DE9DA6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599" y="279828"/>
            <a:ext cx="252000" cy="252000"/>
          </a:xfrm>
          <a:prstGeom prst="rect">
            <a:avLst/>
          </a:prstGeom>
        </p:spPr>
      </p:pic>
      <p:pic>
        <p:nvPicPr>
          <p:cNvPr id="37" name="Imagem 36" descr="Ícone&#10;&#10;Descrição gerada automaticamente">
            <a:extLst>
              <a:ext uri="{FF2B5EF4-FFF2-40B4-BE49-F238E27FC236}">
                <a16:creationId xmlns:a16="http://schemas.microsoft.com/office/drawing/2014/main" id="{9905627F-E508-4F88-82AE-294AF963B78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679" y="3010180"/>
            <a:ext cx="249840" cy="288000"/>
          </a:xfrm>
          <a:prstGeom prst="rect">
            <a:avLst/>
          </a:prstGeom>
        </p:spPr>
      </p:pic>
      <p:pic>
        <p:nvPicPr>
          <p:cNvPr id="38" name="Imagem 37" descr="Ícone&#10;&#10;Descrição gerada automaticamente">
            <a:extLst>
              <a:ext uri="{FF2B5EF4-FFF2-40B4-BE49-F238E27FC236}">
                <a16:creationId xmlns:a16="http://schemas.microsoft.com/office/drawing/2014/main" id="{136D91AF-B3BA-48C0-A048-AB0D802C3E9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599" y="3639073"/>
            <a:ext cx="252000" cy="215460"/>
          </a:xfrm>
          <a:prstGeom prst="rect">
            <a:avLst/>
          </a:prstGeom>
        </p:spPr>
      </p:pic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CAE93B7F-6834-4E8F-8DC6-626277A5330B}"/>
              </a:ext>
            </a:extLst>
          </p:cNvPr>
          <p:cNvSpPr/>
          <p:nvPr/>
        </p:nvSpPr>
        <p:spPr>
          <a:xfrm>
            <a:off x="1553180" y="1149787"/>
            <a:ext cx="396000" cy="396000"/>
          </a:xfrm>
          <a:prstGeom prst="roundRect">
            <a:avLst>
              <a:gd name="adj" fmla="val 20000"/>
            </a:avLst>
          </a:prstGeom>
          <a:solidFill>
            <a:schemeClr val="tx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sp>
        <p:nvSpPr>
          <p:cNvPr id="28" name="Retângulo: Cantos Arredondados 27">
            <a:extLst>
              <a:ext uri="{FF2B5EF4-FFF2-40B4-BE49-F238E27FC236}">
                <a16:creationId xmlns:a16="http://schemas.microsoft.com/office/drawing/2014/main" id="{285507CF-AC3A-44B9-BD5A-76F692A7E882}"/>
              </a:ext>
            </a:extLst>
          </p:cNvPr>
          <p:cNvSpPr/>
          <p:nvPr/>
        </p:nvSpPr>
        <p:spPr>
          <a:xfrm>
            <a:off x="3460292" y="1149787"/>
            <a:ext cx="396000" cy="396000"/>
          </a:xfrm>
          <a:prstGeom prst="roundRect">
            <a:avLst>
              <a:gd name="adj" fmla="val 20000"/>
            </a:avLst>
          </a:prstGeom>
          <a:solidFill>
            <a:schemeClr val="tx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 dirty="0"/>
          </a:p>
        </p:txBody>
      </p:sp>
      <p:sp>
        <p:nvSpPr>
          <p:cNvPr id="30" name="Retângulo: Cantos Arredondados 29">
            <a:extLst>
              <a:ext uri="{FF2B5EF4-FFF2-40B4-BE49-F238E27FC236}">
                <a16:creationId xmlns:a16="http://schemas.microsoft.com/office/drawing/2014/main" id="{45D3F74B-AC27-43FD-B310-92B3618EFD47}"/>
              </a:ext>
            </a:extLst>
          </p:cNvPr>
          <p:cNvSpPr/>
          <p:nvPr/>
        </p:nvSpPr>
        <p:spPr>
          <a:xfrm>
            <a:off x="5366626" y="1149787"/>
            <a:ext cx="396000" cy="396000"/>
          </a:xfrm>
          <a:prstGeom prst="roundRect">
            <a:avLst>
              <a:gd name="adj" fmla="val 20000"/>
            </a:avLst>
          </a:prstGeom>
          <a:solidFill>
            <a:schemeClr val="tx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pic>
        <p:nvPicPr>
          <p:cNvPr id="39" name="Imagem 38" descr="Ícone&#10;&#10;Descrição gerada automaticamente">
            <a:extLst>
              <a:ext uri="{FF2B5EF4-FFF2-40B4-BE49-F238E27FC236}">
                <a16:creationId xmlns:a16="http://schemas.microsoft.com/office/drawing/2014/main" id="{48E07146-707A-4F90-9143-42D57069681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9548" y="1239787"/>
            <a:ext cx="248276" cy="216000"/>
          </a:xfrm>
          <a:prstGeom prst="rect">
            <a:avLst/>
          </a:prstGeom>
        </p:spPr>
      </p:pic>
      <p:pic>
        <p:nvPicPr>
          <p:cNvPr id="41" name="Imagem 40" descr="Ícone&#10;&#10;Descrição gerada automaticamente">
            <a:extLst>
              <a:ext uri="{FF2B5EF4-FFF2-40B4-BE49-F238E27FC236}">
                <a16:creationId xmlns:a16="http://schemas.microsoft.com/office/drawing/2014/main" id="{B6F4F92F-0A4B-4AAB-9A56-C81FCE9E42B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5218" y="1239787"/>
            <a:ext cx="109080" cy="216000"/>
          </a:xfrm>
          <a:prstGeom prst="rect">
            <a:avLst/>
          </a:prstGeom>
        </p:spPr>
      </p:pic>
      <p:pic>
        <p:nvPicPr>
          <p:cNvPr id="22" name="Imagem 21" descr="Ícone&#10;&#10;Descrição gerada automaticamente">
            <a:extLst>
              <a:ext uri="{FF2B5EF4-FFF2-40B4-BE49-F238E27FC236}">
                <a16:creationId xmlns:a16="http://schemas.microsoft.com/office/drawing/2014/main" id="{9005FC28-C9DB-4DC8-B14F-6641050279FF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7626" y="1230787"/>
            <a:ext cx="234000" cy="23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7633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tângulo Arredondado 3">
            <a:extLst>
              <a:ext uri="{FF2B5EF4-FFF2-40B4-BE49-F238E27FC236}">
                <a16:creationId xmlns:a16="http://schemas.microsoft.com/office/drawing/2014/main" id="{4AB1C8B1-57AF-4369-8D08-7EE28EE9684B}"/>
              </a:ext>
            </a:extLst>
          </p:cNvPr>
          <p:cNvSpPr/>
          <p:nvPr/>
        </p:nvSpPr>
        <p:spPr>
          <a:xfrm>
            <a:off x="327169" y="0"/>
            <a:ext cx="11864831" cy="6858000"/>
          </a:xfrm>
          <a:prstGeom prst="roundRect">
            <a:avLst>
              <a:gd name="adj" fmla="val 4253"/>
            </a:avLst>
          </a:prstGeom>
          <a:solidFill>
            <a:srgbClr val="181C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sp>
        <p:nvSpPr>
          <p:cNvPr id="33" name="Retângulo Arredondado 4">
            <a:extLst>
              <a:ext uri="{FF2B5EF4-FFF2-40B4-BE49-F238E27FC236}">
                <a16:creationId xmlns:a16="http://schemas.microsoft.com/office/drawing/2014/main" id="{360E21D8-6ECE-44F0-8069-4DB1FB6435DC}"/>
              </a:ext>
            </a:extLst>
          </p:cNvPr>
          <p:cNvSpPr/>
          <p:nvPr/>
        </p:nvSpPr>
        <p:spPr>
          <a:xfrm>
            <a:off x="1095375" y="123825"/>
            <a:ext cx="10972800" cy="6610349"/>
          </a:xfrm>
          <a:prstGeom prst="roundRect">
            <a:avLst>
              <a:gd name="adj" fmla="val 4253"/>
            </a:avLst>
          </a:prstGeom>
          <a:solidFill>
            <a:srgbClr val="22252C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Retângulo: Cantos Arredondados 39">
            <a:extLst>
              <a:ext uri="{FF2B5EF4-FFF2-40B4-BE49-F238E27FC236}">
                <a16:creationId xmlns:a16="http://schemas.microsoft.com/office/drawing/2014/main" id="{14A6721E-BB62-4CDA-B443-4A6A00CC9BED}"/>
              </a:ext>
            </a:extLst>
          </p:cNvPr>
          <p:cNvSpPr/>
          <p:nvPr/>
        </p:nvSpPr>
        <p:spPr>
          <a:xfrm>
            <a:off x="1316006" y="2065273"/>
            <a:ext cx="4500843" cy="2099178"/>
          </a:xfrm>
          <a:prstGeom prst="roundRect">
            <a:avLst>
              <a:gd name="adj" fmla="val 2971"/>
            </a:avLst>
          </a:prstGeom>
          <a:solidFill>
            <a:srgbClr val="2F32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 dirty="0"/>
          </a:p>
        </p:txBody>
      </p:sp>
      <p:sp>
        <p:nvSpPr>
          <p:cNvPr id="44" name="Retângulo Arredondado 64">
            <a:extLst>
              <a:ext uri="{FF2B5EF4-FFF2-40B4-BE49-F238E27FC236}">
                <a16:creationId xmlns:a16="http://schemas.microsoft.com/office/drawing/2014/main" id="{7AD156D6-212A-4A03-B4D1-53076B4264B4}"/>
              </a:ext>
            </a:extLst>
          </p:cNvPr>
          <p:cNvSpPr/>
          <p:nvPr/>
        </p:nvSpPr>
        <p:spPr>
          <a:xfrm>
            <a:off x="1316006" y="857250"/>
            <a:ext cx="7494450" cy="990600"/>
          </a:xfrm>
          <a:prstGeom prst="roundRect">
            <a:avLst>
              <a:gd name="adj" fmla="val 13913"/>
            </a:avLst>
          </a:prstGeom>
          <a:solidFill>
            <a:srgbClr val="2F32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3B84911E-01C9-49B8-9715-660C95399B42}"/>
              </a:ext>
            </a:extLst>
          </p:cNvPr>
          <p:cNvSpPr/>
          <p:nvPr/>
        </p:nvSpPr>
        <p:spPr>
          <a:xfrm>
            <a:off x="6032849" y="2065273"/>
            <a:ext cx="2777607" cy="4451478"/>
          </a:xfrm>
          <a:prstGeom prst="roundRect">
            <a:avLst>
              <a:gd name="adj" fmla="val 2971"/>
            </a:avLst>
          </a:prstGeom>
          <a:solidFill>
            <a:srgbClr val="2F32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 dirty="0"/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3C2DBC4B-B069-446E-AFCC-20D6C1A20FA4}"/>
              </a:ext>
            </a:extLst>
          </p:cNvPr>
          <p:cNvSpPr/>
          <p:nvPr/>
        </p:nvSpPr>
        <p:spPr>
          <a:xfrm>
            <a:off x="1316006" y="4381874"/>
            <a:ext cx="4500843" cy="2134877"/>
          </a:xfrm>
          <a:prstGeom prst="roundRect">
            <a:avLst>
              <a:gd name="adj" fmla="val 2971"/>
            </a:avLst>
          </a:prstGeom>
          <a:solidFill>
            <a:srgbClr val="2F32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 dirty="0"/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BFA29BF8-8D3D-4DA2-B471-07B5BFC0BE3E}"/>
              </a:ext>
            </a:extLst>
          </p:cNvPr>
          <p:cNvSpPr/>
          <p:nvPr/>
        </p:nvSpPr>
        <p:spPr>
          <a:xfrm>
            <a:off x="9026456" y="341248"/>
            <a:ext cx="2807922" cy="6175503"/>
          </a:xfrm>
          <a:prstGeom prst="roundRect">
            <a:avLst>
              <a:gd name="adj" fmla="val 2971"/>
            </a:avLst>
          </a:prstGeom>
          <a:solidFill>
            <a:srgbClr val="02C3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 dirty="0"/>
          </a:p>
        </p:txBody>
      </p:sp>
      <p:pic>
        <p:nvPicPr>
          <p:cNvPr id="1024" name="Gráfico 1023">
            <a:extLst>
              <a:ext uri="{FF2B5EF4-FFF2-40B4-BE49-F238E27FC236}">
                <a16:creationId xmlns:a16="http://schemas.microsoft.com/office/drawing/2014/main" id="{33A0F7E0-E23A-4247-88DE-C6B820CF109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b="1548"/>
          <a:stretch/>
        </p:blipFill>
        <p:spPr>
          <a:xfrm>
            <a:off x="7473160" y="639827"/>
            <a:ext cx="1345355" cy="1199381"/>
          </a:xfrm>
          <a:prstGeom prst="rect">
            <a:avLst/>
          </a:prstGeom>
        </p:spPr>
      </p:pic>
      <p:sp>
        <p:nvSpPr>
          <p:cNvPr id="27" name="Retângulo Arredondado 61">
            <a:extLst>
              <a:ext uri="{FF2B5EF4-FFF2-40B4-BE49-F238E27FC236}">
                <a16:creationId xmlns:a16="http://schemas.microsoft.com/office/drawing/2014/main" id="{31B91F45-1CBD-48C5-80F1-BDA7D0A1CD5E}"/>
              </a:ext>
            </a:extLst>
          </p:cNvPr>
          <p:cNvSpPr/>
          <p:nvPr/>
        </p:nvSpPr>
        <p:spPr>
          <a:xfrm>
            <a:off x="26535" y="2920621"/>
            <a:ext cx="990672" cy="457200"/>
          </a:xfrm>
          <a:prstGeom prst="roundRect">
            <a:avLst>
              <a:gd name="adj" fmla="val 19202"/>
            </a:avLst>
          </a:prstGeom>
          <a:solidFill>
            <a:srgbClr val="02C3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pic>
        <p:nvPicPr>
          <p:cNvPr id="31" name="Imagem 30" descr="Ícone&#10;&#10;Descrição gerada automaticamente">
            <a:extLst>
              <a:ext uri="{FF2B5EF4-FFF2-40B4-BE49-F238E27FC236}">
                <a16:creationId xmlns:a16="http://schemas.microsoft.com/office/drawing/2014/main" id="{9F0810B6-C477-40CB-A6B9-CF5C077FBAF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599" y="2413015"/>
            <a:ext cx="252000" cy="256271"/>
          </a:xfrm>
          <a:prstGeom prst="rect">
            <a:avLst/>
          </a:prstGeom>
        </p:spPr>
      </p:pic>
      <p:pic>
        <p:nvPicPr>
          <p:cNvPr id="34" name="Imagem 33" descr="Ícone&#10;&#10;Descrição gerada automaticamente">
            <a:extLst>
              <a:ext uri="{FF2B5EF4-FFF2-40B4-BE49-F238E27FC236}">
                <a16:creationId xmlns:a16="http://schemas.microsoft.com/office/drawing/2014/main" id="{A703D096-F133-4F57-84CE-62F6DCEF0C4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599" y="6182648"/>
            <a:ext cx="252000" cy="252000"/>
          </a:xfrm>
          <a:prstGeom prst="rect">
            <a:avLst/>
          </a:prstGeom>
        </p:spPr>
      </p:pic>
      <p:pic>
        <p:nvPicPr>
          <p:cNvPr id="35" name="Imagem 34" descr="Ícone&#10;&#10;Descrição gerada automaticamente">
            <a:extLst>
              <a:ext uri="{FF2B5EF4-FFF2-40B4-BE49-F238E27FC236}">
                <a16:creationId xmlns:a16="http://schemas.microsoft.com/office/drawing/2014/main" id="{8110A8D3-DFB8-46F0-B936-49845DE9DA6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599" y="279828"/>
            <a:ext cx="252000" cy="252000"/>
          </a:xfrm>
          <a:prstGeom prst="rect">
            <a:avLst/>
          </a:prstGeom>
        </p:spPr>
      </p:pic>
      <p:pic>
        <p:nvPicPr>
          <p:cNvPr id="37" name="Imagem 36" descr="Ícone&#10;&#10;Descrição gerada automaticamente">
            <a:extLst>
              <a:ext uri="{FF2B5EF4-FFF2-40B4-BE49-F238E27FC236}">
                <a16:creationId xmlns:a16="http://schemas.microsoft.com/office/drawing/2014/main" id="{9905627F-E508-4F88-82AE-294AF963B78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679" y="3010180"/>
            <a:ext cx="249840" cy="288000"/>
          </a:xfrm>
          <a:prstGeom prst="rect">
            <a:avLst/>
          </a:prstGeom>
        </p:spPr>
      </p:pic>
      <p:pic>
        <p:nvPicPr>
          <p:cNvPr id="38" name="Imagem 37" descr="Ícone&#10;&#10;Descrição gerada automaticamente">
            <a:extLst>
              <a:ext uri="{FF2B5EF4-FFF2-40B4-BE49-F238E27FC236}">
                <a16:creationId xmlns:a16="http://schemas.microsoft.com/office/drawing/2014/main" id="{136D91AF-B3BA-48C0-A048-AB0D802C3E9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599" y="3639073"/>
            <a:ext cx="252000" cy="215460"/>
          </a:xfrm>
          <a:prstGeom prst="rect">
            <a:avLst/>
          </a:prstGeom>
        </p:spPr>
      </p:pic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CAE93B7F-6834-4E8F-8DC6-626277A5330B}"/>
              </a:ext>
            </a:extLst>
          </p:cNvPr>
          <p:cNvSpPr/>
          <p:nvPr/>
        </p:nvSpPr>
        <p:spPr>
          <a:xfrm>
            <a:off x="1553180" y="1149787"/>
            <a:ext cx="396000" cy="396000"/>
          </a:xfrm>
          <a:prstGeom prst="roundRect">
            <a:avLst>
              <a:gd name="adj" fmla="val 20000"/>
            </a:avLst>
          </a:prstGeom>
          <a:solidFill>
            <a:srgbClr val="02C3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sp>
        <p:nvSpPr>
          <p:cNvPr id="28" name="Retângulo: Cantos Arredondados 27">
            <a:extLst>
              <a:ext uri="{FF2B5EF4-FFF2-40B4-BE49-F238E27FC236}">
                <a16:creationId xmlns:a16="http://schemas.microsoft.com/office/drawing/2014/main" id="{285507CF-AC3A-44B9-BD5A-76F692A7E882}"/>
              </a:ext>
            </a:extLst>
          </p:cNvPr>
          <p:cNvSpPr/>
          <p:nvPr/>
        </p:nvSpPr>
        <p:spPr>
          <a:xfrm>
            <a:off x="3460292" y="1149787"/>
            <a:ext cx="396000" cy="396000"/>
          </a:xfrm>
          <a:prstGeom prst="roundRect">
            <a:avLst>
              <a:gd name="adj" fmla="val 20000"/>
            </a:avLst>
          </a:prstGeom>
          <a:solidFill>
            <a:srgbClr val="02C3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 dirty="0"/>
          </a:p>
        </p:txBody>
      </p:sp>
      <p:sp>
        <p:nvSpPr>
          <p:cNvPr id="30" name="Retângulo: Cantos Arredondados 29">
            <a:extLst>
              <a:ext uri="{FF2B5EF4-FFF2-40B4-BE49-F238E27FC236}">
                <a16:creationId xmlns:a16="http://schemas.microsoft.com/office/drawing/2014/main" id="{45D3F74B-AC27-43FD-B310-92B3618EFD47}"/>
              </a:ext>
            </a:extLst>
          </p:cNvPr>
          <p:cNvSpPr/>
          <p:nvPr/>
        </p:nvSpPr>
        <p:spPr>
          <a:xfrm>
            <a:off x="5366626" y="1149787"/>
            <a:ext cx="396000" cy="396000"/>
          </a:xfrm>
          <a:prstGeom prst="roundRect">
            <a:avLst>
              <a:gd name="adj" fmla="val 20000"/>
            </a:avLst>
          </a:prstGeom>
          <a:solidFill>
            <a:srgbClr val="02C3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pic>
        <p:nvPicPr>
          <p:cNvPr id="39" name="Imagem 38" descr="Ícone&#10;&#10;Descrição gerada automaticamente">
            <a:extLst>
              <a:ext uri="{FF2B5EF4-FFF2-40B4-BE49-F238E27FC236}">
                <a16:creationId xmlns:a16="http://schemas.microsoft.com/office/drawing/2014/main" id="{48E07146-707A-4F90-9143-42D57069681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9548" y="1239787"/>
            <a:ext cx="248276" cy="216000"/>
          </a:xfrm>
          <a:prstGeom prst="rect">
            <a:avLst/>
          </a:prstGeom>
        </p:spPr>
      </p:pic>
      <p:pic>
        <p:nvPicPr>
          <p:cNvPr id="41" name="Imagem 40" descr="Ícone&#10;&#10;Descrição gerada automaticamente">
            <a:extLst>
              <a:ext uri="{FF2B5EF4-FFF2-40B4-BE49-F238E27FC236}">
                <a16:creationId xmlns:a16="http://schemas.microsoft.com/office/drawing/2014/main" id="{B6F4F92F-0A4B-4AAB-9A56-C81FCE9E42B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5218" y="1239787"/>
            <a:ext cx="109080" cy="216000"/>
          </a:xfrm>
          <a:prstGeom prst="rect">
            <a:avLst/>
          </a:prstGeom>
        </p:spPr>
      </p:pic>
      <p:pic>
        <p:nvPicPr>
          <p:cNvPr id="22" name="Imagem 21" descr="Ícone&#10;&#10;Descrição gerada automaticamente">
            <a:extLst>
              <a:ext uri="{FF2B5EF4-FFF2-40B4-BE49-F238E27FC236}">
                <a16:creationId xmlns:a16="http://schemas.microsoft.com/office/drawing/2014/main" id="{9005FC28-C9DB-4DC8-B14F-6641050279FF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7626" y="1230787"/>
            <a:ext cx="234000" cy="23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14566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tângulo Arredondado 3">
            <a:extLst>
              <a:ext uri="{FF2B5EF4-FFF2-40B4-BE49-F238E27FC236}">
                <a16:creationId xmlns:a16="http://schemas.microsoft.com/office/drawing/2014/main" id="{4AB1C8B1-57AF-4369-8D08-7EE28EE9684B}"/>
              </a:ext>
            </a:extLst>
          </p:cNvPr>
          <p:cNvSpPr/>
          <p:nvPr/>
        </p:nvSpPr>
        <p:spPr>
          <a:xfrm>
            <a:off x="327169" y="0"/>
            <a:ext cx="11864831" cy="6858000"/>
          </a:xfrm>
          <a:prstGeom prst="roundRect">
            <a:avLst>
              <a:gd name="adj" fmla="val 4253"/>
            </a:avLst>
          </a:prstGeom>
          <a:gradFill>
            <a:gsLst>
              <a:gs pos="0">
                <a:srgbClr val="8C4AF2"/>
              </a:gs>
              <a:gs pos="100000">
                <a:srgbClr val="6757F6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sp>
        <p:nvSpPr>
          <p:cNvPr id="33" name="Retângulo Arredondado 4">
            <a:extLst>
              <a:ext uri="{FF2B5EF4-FFF2-40B4-BE49-F238E27FC236}">
                <a16:creationId xmlns:a16="http://schemas.microsoft.com/office/drawing/2014/main" id="{360E21D8-6ECE-44F0-8069-4DB1FB6435DC}"/>
              </a:ext>
            </a:extLst>
          </p:cNvPr>
          <p:cNvSpPr/>
          <p:nvPr/>
        </p:nvSpPr>
        <p:spPr>
          <a:xfrm>
            <a:off x="1095375" y="123825"/>
            <a:ext cx="10972800" cy="6610349"/>
          </a:xfrm>
          <a:prstGeom prst="roundRect">
            <a:avLst>
              <a:gd name="adj" fmla="val 4253"/>
            </a:avLst>
          </a:prstGeom>
          <a:solidFill>
            <a:srgbClr val="F6F6FE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Retângulo: Cantos Arredondados 39">
            <a:extLst>
              <a:ext uri="{FF2B5EF4-FFF2-40B4-BE49-F238E27FC236}">
                <a16:creationId xmlns:a16="http://schemas.microsoft.com/office/drawing/2014/main" id="{14A6721E-BB62-4CDA-B443-4A6A00CC9BED}"/>
              </a:ext>
            </a:extLst>
          </p:cNvPr>
          <p:cNvSpPr/>
          <p:nvPr/>
        </p:nvSpPr>
        <p:spPr>
          <a:xfrm>
            <a:off x="1316006" y="2065273"/>
            <a:ext cx="4500843" cy="2099178"/>
          </a:xfrm>
          <a:prstGeom prst="roundRect">
            <a:avLst>
              <a:gd name="adj" fmla="val 2971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 dirty="0"/>
          </a:p>
        </p:txBody>
      </p:sp>
      <p:sp>
        <p:nvSpPr>
          <p:cNvPr id="44" name="Retângulo Arredondado 64">
            <a:extLst>
              <a:ext uri="{FF2B5EF4-FFF2-40B4-BE49-F238E27FC236}">
                <a16:creationId xmlns:a16="http://schemas.microsoft.com/office/drawing/2014/main" id="{7AD156D6-212A-4A03-B4D1-53076B4264B4}"/>
              </a:ext>
            </a:extLst>
          </p:cNvPr>
          <p:cNvSpPr/>
          <p:nvPr/>
        </p:nvSpPr>
        <p:spPr>
          <a:xfrm>
            <a:off x="1316006" y="857250"/>
            <a:ext cx="7494450" cy="990600"/>
          </a:xfrm>
          <a:prstGeom prst="roundRect">
            <a:avLst>
              <a:gd name="adj" fmla="val 13913"/>
            </a:avLst>
          </a:prstGeom>
          <a:gradFill>
            <a:gsLst>
              <a:gs pos="0">
                <a:srgbClr val="8C4AF2"/>
              </a:gs>
              <a:gs pos="100000">
                <a:srgbClr val="6757F6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3B84911E-01C9-49B8-9715-660C95399B42}"/>
              </a:ext>
            </a:extLst>
          </p:cNvPr>
          <p:cNvSpPr/>
          <p:nvPr/>
        </p:nvSpPr>
        <p:spPr>
          <a:xfrm>
            <a:off x="6032849" y="2065273"/>
            <a:ext cx="2777607" cy="4451478"/>
          </a:xfrm>
          <a:prstGeom prst="roundRect">
            <a:avLst>
              <a:gd name="adj" fmla="val 2971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 dirty="0"/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3C2DBC4B-B069-446E-AFCC-20D6C1A20FA4}"/>
              </a:ext>
            </a:extLst>
          </p:cNvPr>
          <p:cNvSpPr/>
          <p:nvPr/>
        </p:nvSpPr>
        <p:spPr>
          <a:xfrm>
            <a:off x="1316006" y="4381874"/>
            <a:ext cx="4500843" cy="2134877"/>
          </a:xfrm>
          <a:prstGeom prst="roundRect">
            <a:avLst>
              <a:gd name="adj" fmla="val 2971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 dirty="0"/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BFA29BF8-8D3D-4DA2-B471-07B5BFC0BE3E}"/>
              </a:ext>
            </a:extLst>
          </p:cNvPr>
          <p:cNvSpPr/>
          <p:nvPr/>
        </p:nvSpPr>
        <p:spPr>
          <a:xfrm>
            <a:off x="9026456" y="341248"/>
            <a:ext cx="2807922" cy="6175503"/>
          </a:xfrm>
          <a:prstGeom prst="roundRect">
            <a:avLst>
              <a:gd name="adj" fmla="val 2971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 dirty="0"/>
          </a:p>
        </p:txBody>
      </p:sp>
      <p:pic>
        <p:nvPicPr>
          <p:cNvPr id="1024" name="Gráfico 1023">
            <a:extLst>
              <a:ext uri="{FF2B5EF4-FFF2-40B4-BE49-F238E27FC236}">
                <a16:creationId xmlns:a16="http://schemas.microsoft.com/office/drawing/2014/main" id="{33A0F7E0-E23A-4247-88DE-C6B820CF109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b="1548"/>
          <a:stretch/>
        </p:blipFill>
        <p:spPr>
          <a:xfrm>
            <a:off x="7473160" y="639827"/>
            <a:ext cx="1345355" cy="1199381"/>
          </a:xfrm>
          <a:prstGeom prst="rect">
            <a:avLst/>
          </a:prstGeom>
        </p:spPr>
      </p:pic>
      <p:sp>
        <p:nvSpPr>
          <p:cNvPr id="27" name="Retângulo Arredondado 61">
            <a:extLst>
              <a:ext uri="{FF2B5EF4-FFF2-40B4-BE49-F238E27FC236}">
                <a16:creationId xmlns:a16="http://schemas.microsoft.com/office/drawing/2014/main" id="{6A76F82E-9B19-421B-86F5-25CB3A5CACDB}"/>
              </a:ext>
            </a:extLst>
          </p:cNvPr>
          <p:cNvSpPr/>
          <p:nvPr/>
        </p:nvSpPr>
        <p:spPr>
          <a:xfrm>
            <a:off x="26535" y="2920621"/>
            <a:ext cx="990672" cy="457200"/>
          </a:xfrm>
          <a:prstGeom prst="roundRect">
            <a:avLst>
              <a:gd name="adj" fmla="val 19202"/>
            </a:avLst>
          </a:prstGeom>
          <a:gradFill flip="none" rotWithShape="1">
            <a:gsLst>
              <a:gs pos="0">
                <a:srgbClr val="524EEE"/>
              </a:gs>
              <a:gs pos="50000">
                <a:srgbClr val="30B1FE"/>
              </a:gs>
              <a:gs pos="100000">
                <a:srgbClr val="25D498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1" name="Imagem 30" descr="Ícone&#10;&#10;Descrição gerada automaticamente">
            <a:extLst>
              <a:ext uri="{FF2B5EF4-FFF2-40B4-BE49-F238E27FC236}">
                <a16:creationId xmlns:a16="http://schemas.microsoft.com/office/drawing/2014/main" id="{6F70632F-C7CB-44BC-98BC-7EBB707082F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599" y="2413015"/>
            <a:ext cx="252000" cy="256271"/>
          </a:xfrm>
          <a:prstGeom prst="rect">
            <a:avLst/>
          </a:prstGeom>
        </p:spPr>
      </p:pic>
      <p:pic>
        <p:nvPicPr>
          <p:cNvPr id="34" name="Imagem 33" descr="Ícone&#10;&#10;Descrição gerada automaticamente">
            <a:extLst>
              <a:ext uri="{FF2B5EF4-FFF2-40B4-BE49-F238E27FC236}">
                <a16:creationId xmlns:a16="http://schemas.microsoft.com/office/drawing/2014/main" id="{AE2302F7-E5CA-40E4-8922-B81012BCFE5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599" y="6182648"/>
            <a:ext cx="252000" cy="252000"/>
          </a:xfrm>
          <a:prstGeom prst="rect">
            <a:avLst/>
          </a:prstGeom>
        </p:spPr>
      </p:pic>
      <p:pic>
        <p:nvPicPr>
          <p:cNvPr id="35" name="Imagem 34" descr="Ícone&#10;&#10;Descrição gerada automaticamente">
            <a:extLst>
              <a:ext uri="{FF2B5EF4-FFF2-40B4-BE49-F238E27FC236}">
                <a16:creationId xmlns:a16="http://schemas.microsoft.com/office/drawing/2014/main" id="{48586539-7528-42ED-94EE-9204AF0B3D7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599" y="279828"/>
            <a:ext cx="252000" cy="252000"/>
          </a:xfrm>
          <a:prstGeom prst="rect">
            <a:avLst/>
          </a:prstGeom>
        </p:spPr>
      </p:pic>
      <p:pic>
        <p:nvPicPr>
          <p:cNvPr id="37" name="Imagem 36" descr="Ícone&#10;&#10;Descrição gerada automaticamente">
            <a:extLst>
              <a:ext uri="{FF2B5EF4-FFF2-40B4-BE49-F238E27FC236}">
                <a16:creationId xmlns:a16="http://schemas.microsoft.com/office/drawing/2014/main" id="{462DD594-D5A1-4981-AD1A-DBE8AA7A474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679" y="3010180"/>
            <a:ext cx="249840" cy="288000"/>
          </a:xfrm>
          <a:prstGeom prst="rect">
            <a:avLst/>
          </a:prstGeom>
        </p:spPr>
      </p:pic>
      <p:pic>
        <p:nvPicPr>
          <p:cNvPr id="38" name="Imagem 37" descr="Ícone&#10;&#10;Descrição gerada automaticamente">
            <a:extLst>
              <a:ext uri="{FF2B5EF4-FFF2-40B4-BE49-F238E27FC236}">
                <a16:creationId xmlns:a16="http://schemas.microsoft.com/office/drawing/2014/main" id="{99190C77-140D-4B95-B288-F20C05C7558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599" y="3639073"/>
            <a:ext cx="252000" cy="215460"/>
          </a:xfrm>
          <a:prstGeom prst="rect">
            <a:avLst/>
          </a:prstGeom>
        </p:spPr>
      </p:pic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0034A78F-F9CE-42A1-B890-BED0449A688B}"/>
              </a:ext>
            </a:extLst>
          </p:cNvPr>
          <p:cNvSpPr/>
          <p:nvPr/>
        </p:nvSpPr>
        <p:spPr>
          <a:xfrm>
            <a:off x="1553180" y="1149787"/>
            <a:ext cx="396000" cy="396000"/>
          </a:xfrm>
          <a:prstGeom prst="roundRect">
            <a:avLst>
              <a:gd name="adj" fmla="val 20000"/>
            </a:avLst>
          </a:prstGeom>
          <a:gradFill flip="none" rotWithShape="1">
            <a:gsLst>
              <a:gs pos="0">
                <a:srgbClr val="524EEE"/>
              </a:gs>
              <a:gs pos="50000">
                <a:srgbClr val="30B1FE"/>
              </a:gs>
              <a:gs pos="100000">
                <a:srgbClr val="25D498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8" name="Retângulo: Cantos Arredondados 27">
            <a:extLst>
              <a:ext uri="{FF2B5EF4-FFF2-40B4-BE49-F238E27FC236}">
                <a16:creationId xmlns:a16="http://schemas.microsoft.com/office/drawing/2014/main" id="{57A3B573-4188-4A72-BF71-1D46FE564A66}"/>
              </a:ext>
            </a:extLst>
          </p:cNvPr>
          <p:cNvSpPr/>
          <p:nvPr/>
        </p:nvSpPr>
        <p:spPr>
          <a:xfrm>
            <a:off x="3460292" y="1149787"/>
            <a:ext cx="396000" cy="396000"/>
          </a:xfrm>
          <a:prstGeom prst="roundRect">
            <a:avLst>
              <a:gd name="adj" fmla="val 20000"/>
            </a:avLst>
          </a:prstGeom>
          <a:gradFill flip="none" rotWithShape="1">
            <a:gsLst>
              <a:gs pos="0">
                <a:srgbClr val="524EEE"/>
              </a:gs>
              <a:gs pos="50000">
                <a:srgbClr val="30B1FE"/>
              </a:gs>
              <a:gs pos="100000">
                <a:srgbClr val="25D498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0" name="Retângulo: Cantos Arredondados 29">
            <a:extLst>
              <a:ext uri="{FF2B5EF4-FFF2-40B4-BE49-F238E27FC236}">
                <a16:creationId xmlns:a16="http://schemas.microsoft.com/office/drawing/2014/main" id="{4AE02376-1935-4D37-9BB6-E3F6A26DEB20}"/>
              </a:ext>
            </a:extLst>
          </p:cNvPr>
          <p:cNvSpPr/>
          <p:nvPr/>
        </p:nvSpPr>
        <p:spPr>
          <a:xfrm>
            <a:off x="5366626" y="1149787"/>
            <a:ext cx="396000" cy="396000"/>
          </a:xfrm>
          <a:prstGeom prst="roundRect">
            <a:avLst>
              <a:gd name="adj" fmla="val 20000"/>
            </a:avLst>
          </a:prstGeom>
          <a:gradFill flip="none" rotWithShape="1">
            <a:gsLst>
              <a:gs pos="0">
                <a:srgbClr val="524EEE"/>
              </a:gs>
              <a:gs pos="50000">
                <a:srgbClr val="30B1FE"/>
              </a:gs>
              <a:gs pos="100000">
                <a:srgbClr val="25D498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39" name="Imagem 38" descr="Ícone&#10;&#10;Descrição gerada automaticamente">
            <a:extLst>
              <a:ext uri="{FF2B5EF4-FFF2-40B4-BE49-F238E27FC236}">
                <a16:creationId xmlns:a16="http://schemas.microsoft.com/office/drawing/2014/main" id="{284E1198-E96C-4C4C-9CE4-FDA48187568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9548" y="1239787"/>
            <a:ext cx="248276" cy="216000"/>
          </a:xfrm>
          <a:prstGeom prst="rect">
            <a:avLst/>
          </a:prstGeom>
        </p:spPr>
      </p:pic>
      <p:pic>
        <p:nvPicPr>
          <p:cNvPr id="41" name="Imagem 40" descr="Ícone&#10;&#10;Descrição gerada automaticamente">
            <a:extLst>
              <a:ext uri="{FF2B5EF4-FFF2-40B4-BE49-F238E27FC236}">
                <a16:creationId xmlns:a16="http://schemas.microsoft.com/office/drawing/2014/main" id="{7CE1EED8-27B8-475A-95BA-6E6E128FC23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5218" y="1239787"/>
            <a:ext cx="109080" cy="216000"/>
          </a:xfrm>
          <a:prstGeom prst="rect">
            <a:avLst/>
          </a:prstGeom>
        </p:spPr>
      </p:pic>
      <p:pic>
        <p:nvPicPr>
          <p:cNvPr id="22" name="Imagem 21" descr="Ícone&#10;&#10;Descrição gerada automaticamente">
            <a:extLst>
              <a:ext uri="{FF2B5EF4-FFF2-40B4-BE49-F238E27FC236}">
                <a16:creationId xmlns:a16="http://schemas.microsoft.com/office/drawing/2014/main" id="{FE967E3C-F19B-4074-89F8-E06A55AD28A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7626" y="1230787"/>
            <a:ext cx="234000" cy="23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17010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tângulo Arredondado 3">
            <a:extLst>
              <a:ext uri="{FF2B5EF4-FFF2-40B4-BE49-F238E27FC236}">
                <a16:creationId xmlns:a16="http://schemas.microsoft.com/office/drawing/2014/main" id="{4AB1C8B1-57AF-4369-8D08-7EE28EE9684B}"/>
              </a:ext>
            </a:extLst>
          </p:cNvPr>
          <p:cNvSpPr/>
          <p:nvPr/>
        </p:nvSpPr>
        <p:spPr>
          <a:xfrm>
            <a:off x="327169" y="0"/>
            <a:ext cx="11864831" cy="6858000"/>
          </a:xfrm>
          <a:prstGeom prst="roundRect">
            <a:avLst>
              <a:gd name="adj" fmla="val 4253"/>
            </a:avLst>
          </a:prstGeom>
          <a:solidFill>
            <a:srgbClr val="1D1D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sp>
        <p:nvSpPr>
          <p:cNvPr id="33" name="Retângulo Arredondado 4">
            <a:extLst>
              <a:ext uri="{FF2B5EF4-FFF2-40B4-BE49-F238E27FC236}">
                <a16:creationId xmlns:a16="http://schemas.microsoft.com/office/drawing/2014/main" id="{360E21D8-6ECE-44F0-8069-4DB1FB6435DC}"/>
              </a:ext>
            </a:extLst>
          </p:cNvPr>
          <p:cNvSpPr/>
          <p:nvPr/>
        </p:nvSpPr>
        <p:spPr>
          <a:xfrm>
            <a:off x="1016620" y="123825"/>
            <a:ext cx="10972800" cy="6610349"/>
          </a:xfrm>
          <a:prstGeom prst="roundRect">
            <a:avLst>
              <a:gd name="adj" fmla="val 4253"/>
            </a:avLst>
          </a:prstGeom>
          <a:solidFill>
            <a:srgbClr val="14143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BFA29BF8-8D3D-4DA2-B471-07B5BFC0BE3E}"/>
              </a:ext>
            </a:extLst>
          </p:cNvPr>
          <p:cNvSpPr/>
          <p:nvPr/>
        </p:nvSpPr>
        <p:spPr>
          <a:xfrm>
            <a:off x="6663229" y="2145151"/>
            <a:ext cx="5171149" cy="4371600"/>
          </a:xfrm>
          <a:prstGeom prst="roundRect">
            <a:avLst>
              <a:gd name="adj" fmla="val 2971"/>
            </a:avLst>
          </a:prstGeom>
          <a:solidFill>
            <a:srgbClr val="1B1A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 dirty="0"/>
          </a:p>
        </p:txBody>
      </p:sp>
      <p:grpSp>
        <p:nvGrpSpPr>
          <p:cNvPr id="4" name="Agrupar 3">
            <a:extLst>
              <a:ext uri="{FF2B5EF4-FFF2-40B4-BE49-F238E27FC236}">
                <a16:creationId xmlns:a16="http://schemas.microsoft.com/office/drawing/2014/main" id="{124C2A06-877B-4816-BCDC-2C115F88ED26}"/>
              </a:ext>
            </a:extLst>
          </p:cNvPr>
          <p:cNvGrpSpPr/>
          <p:nvPr/>
        </p:nvGrpSpPr>
        <p:grpSpPr>
          <a:xfrm>
            <a:off x="1684742" y="2817091"/>
            <a:ext cx="4389120" cy="3699660"/>
            <a:chOff x="1684742" y="2736638"/>
            <a:chExt cx="4389120" cy="3699660"/>
          </a:xfrm>
        </p:grpSpPr>
        <p:sp>
          <p:nvSpPr>
            <p:cNvPr id="35" name="Retângulo: Cantos Arredondados 34">
              <a:extLst>
                <a:ext uri="{FF2B5EF4-FFF2-40B4-BE49-F238E27FC236}">
                  <a16:creationId xmlns:a16="http://schemas.microsoft.com/office/drawing/2014/main" id="{86AD2FCF-88A3-483C-996E-C8E01A5E5B18}"/>
                </a:ext>
              </a:extLst>
            </p:cNvPr>
            <p:cNvSpPr/>
            <p:nvPr/>
          </p:nvSpPr>
          <p:spPr>
            <a:xfrm>
              <a:off x="1684742" y="3434575"/>
              <a:ext cx="1516022" cy="3001723"/>
            </a:xfrm>
            <a:prstGeom prst="roundRect">
              <a:avLst>
                <a:gd name="adj" fmla="val 3941"/>
              </a:avLst>
            </a:prstGeom>
            <a:solidFill>
              <a:srgbClr val="524E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2400" dirty="0"/>
            </a:p>
          </p:txBody>
        </p:sp>
        <p:sp>
          <p:nvSpPr>
            <p:cNvPr id="37" name="Retângulo: Cantos Arredondados 36">
              <a:extLst>
                <a:ext uri="{FF2B5EF4-FFF2-40B4-BE49-F238E27FC236}">
                  <a16:creationId xmlns:a16="http://schemas.microsoft.com/office/drawing/2014/main" id="{8A800269-FB2A-4861-BCCD-8E8FEF90DABD}"/>
                </a:ext>
              </a:extLst>
            </p:cNvPr>
            <p:cNvSpPr/>
            <p:nvPr/>
          </p:nvSpPr>
          <p:spPr>
            <a:xfrm>
              <a:off x="4557840" y="4020492"/>
              <a:ext cx="1516022" cy="2415806"/>
            </a:xfrm>
            <a:prstGeom prst="roundRect">
              <a:avLst>
                <a:gd name="adj" fmla="val 3941"/>
              </a:avLst>
            </a:prstGeom>
            <a:solidFill>
              <a:srgbClr val="524E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2400" dirty="0"/>
            </a:p>
          </p:txBody>
        </p:sp>
        <p:sp>
          <p:nvSpPr>
            <p:cNvPr id="38" name="Retângulo: Cantos Arredondados 37">
              <a:extLst>
                <a:ext uri="{FF2B5EF4-FFF2-40B4-BE49-F238E27FC236}">
                  <a16:creationId xmlns:a16="http://schemas.microsoft.com/office/drawing/2014/main" id="{3BDAA0FA-67DF-4CC4-8E98-64DC2F8053B2}"/>
                </a:ext>
              </a:extLst>
            </p:cNvPr>
            <p:cNvSpPr/>
            <p:nvPr/>
          </p:nvSpPr>
          <p:spPr>
            <a:xfrm>
              <a:off x="3121292" y="2736638"/>
              <a:ext cx="1516022" cy="3699660"/>
            </a:xfrm>
            <a:prstGeom prst="roundRect">
              <a:avLst>
                <a:gd name="adj" fmla="val 3941"/>
              </a:avLst>
            </a:prstGeom>
            <a:solidFill>
              <a:srgbClr val="FAB63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2400" dirty="0"/>
            </a:p>
          </p:txBody>
        </p:sp>
        <p:pic>
          <p:nvPicPr>
            <p:cNvPr id="39" name="Gráfico 38" descr="Troféu">
              <a:extLst>
                <a:ext uri="{FF2B5EF4-FFF2-40B4-BE49-F238E27FC236}">
                  <a16:creationId xmlns:a16="http://schemas.microsoft.com/office/drawing/2014/main" id="{60203333-FFF0-4E9B-B8CB-18482A547FF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256067" y="5169280"/>
              <a:ext cx="1251739" cy="1251739"/>
            </a:xfrm>
            <a:prstGeom prst="rect">
              <a:avLst/>
            </a:prstGeom>
          </p:spPr>
        </p:pic>
        <p:pic>
          <p:nvPicPr>
            <p:cNvPr id="41" name="Gráfico 40" descr="Medalha">
              <a:extLst>
                <a:ext uri="{FF2B5EF4-FFF2-40B4-BE49-F238E27FC236}">
                  <a16:creationId xmlns:a16="http://schemas.microsoft.com/office/drawing/2014/main" id="{FA04C93C-9A64-4529-80B8-585CCCEAB3B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069062" y="5671468"/>
              <a:ext cx="671590" cy="671590"/>
            </a:xfrm>
            <a:prstGeom prst="rect">
              <a:avLst/>
            </a:prstGeom>
          </p:spPr>
        </p:pic>
        <p:pic>
          <p:nvPicPr>
            <p:cNvPr id="42" name="Gráfico 41" descr="Medalha">
              <a:extLst>
                <a:ext uri="{FF2B5EF4-FFF2-40B4-BE49-F238E27FC236}">
                  <a16:creationId xmlns:a16="http://schemas.microsoft.com/office/drawing/2014/main" id="{D258AB2F-DEBE-4FC4-B2C8-32FF3D7C66C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016288" y="5650533"/>
              <a:ext cx="671590" cy="671590"/>
            </a:xfrm>
            <a:prstGeom prst="rect">
              <a:avLst/>
            </a:prstGeom>
          </p:spPr>
        </p:pic>
      </p:grpSp>
      <p:sp>
        <p:nvSpPr>
          <p:cNvPr id="60" name="Retângulo Arredondado 64">
            <a:extLst>
              <a:ext uri="{FF2B5EF4-FFF2-40B4-BE49-F238E27FC236}">
                <a16:creationId xmlns:a16="http://schemas.microsoft.com/office/drawing/2014/main" id="{C46C76CD-A00E-4A93-B473-B15A32526523}"/>
              </a:ext>
            </a:extLst>
          </p:cNvPr>
          <p:cNvSpPr/>
          <p:nvPr/>
        </p:nvSpPr>
        <p:spPr>
          <a:xfrm>
            <a:off x="1316006" y="857250"/>
            <a:ext cx="7494450" cy="990600"/>
          </a:xfrm>
          <a:prstGeom prst="roundRect">
            <a:avLst>
              <a:gd name="adj" fmla="val 13913"/>
            </a:avLst>
          </a:prstGeom>
          <a:solidFill>
            <a:srgbClr val="1B1A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pic>
        <p:nvPicPr>
          <p:cNvPr id="70" name="Gráfico 69">
            <a:extLst>
              <a:ext uri="{FF2B5EF4-FFF2-40B4-BE49-F238E27FC236}">
                <a16:creationId xmlns:a16="http://schemas.microsoft.com/office/drawing/2014/main" id="{88E84614-A59C-44B5-93DD-EA830D9B6A8E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 b="1548"/>
          <a:stretch/>
        </p:blipFill>
        <p:spPr>
          <a:xfrm>
            <a:off x="7473160" y="639827"/>
            <a:ext cx="1345355" cy="1199381"/>
          </a:xfrm>
          <a:prstGeom prst="rect">
            <a:avLst/>
          </a:prstGeom>
        </p:spPr>
      </p:pic>
      <p:sp>
        <p:nvSpPr>
          <p:cNvPr id="40" name="Retângulo Arredondado 61">
            <a:extLst>
              <a:ext uri="{FF2B5EF4-FFF2-40B4-BE49-F238E27FC236}">
                <a16:creationId xmlns:a16="http://schemas.microsoft.com/office/drawing/2014/main" id="{9E11EE0E-F9E4-46F6-A8B2-F247FD3FAAED}"/>
              </a:ext>
            </a:extLst>
          </p:cNvPr>
          <p:cNvSpPr/>
          <p:nvPr/>
        </p:nvSpPr>
        <p:spPr>
          <a:xfrm>
            <a:off x="25948" y="3515028"/>
            <a:ext cx="990672" cy="457200"/>
          </a:xfrm>
          <a:prstGeom prst="roundRect">
            <a:avLst>
              <a:gd name="adj" fmla="val 19202"/>
            </a:avLst>
          </a:prstGeom>
          <a:gradFill flip="none" rotWithShape="1">
            <a:gsLst>
              <a:gs pos="0">
                <a:srgbClr val="524EEE"/>
              </a:gs>
              <a:gs pos="50000">
                <a:srgbClr val="30B1FE"/>
              </a:gs>
              <a:gs pos="100000">
                <a:srgbClr val="25D498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4" name="Imagem 43" descr="Ícone&#10;&#10;Descrição gerada automaticamente">
            <a:extLst>
              <a:ext uri="{FF2B5EF4-FFF2-40B4-BE49-F238E27FC236}">
                <a16:creationId xmlns:a16="http://schemas.microsoft.com/office/drawing/2014/main" id="{0FCA6A3F-0FDB-468A-8638-C4856463263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599" y="2413015"/>
            <a:ext cx="252000" cy="256271"/>
          </a:xfrm>
          <a:prstGeom prst="rect">
            <a:avLst/>
          </a:prstGeom>
        </p:spPr>
      </p:pic>
      <p:pic>
        <p:nvPicPr>
          <p:cNvPr id="45" name="Imagem 44" descr="Ícone&#10;&#10;Descrição gerada automaticamente">
            <a:extLst>
              <a:ext uri="{FF2B5EF4-FFF2-40B4-BE49-F238E27FC236}">
                <a16:creationId xmlns:a16="http://schemas.microsoft.com/office/drawing/2014/main" id="{DF711D14-2E23-431C-96B8-0CE42701919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599" y="6182648"/>
            <a:ext cx="252000" cy="252000"/>
          </a:xfrm>
          <a:prstGeom prst="rect">
            <a:avLst/>
          </a:prstGeom>
        </p:spPr>
      </p:pic>
      <p:pic>
        <p:nvPicPr>
          <p:cNvPr id="46" name="Imagem 45" descr="Ícone&#10;&#10;Descrição gerada automaticamente">
            <a:extLst>
              <a:ext uri="{FF2B5EF4-FFF2-40B4-BE49-F238E27FC236}">
                <a16:creationId xmlns:a16="http://schemas.microsoft.com/office/drawing/2014/main" id="{62E505B9-2BFA-4D7F-B774-471487568F8C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599" y="279828"/>
            <a:ext cx="252000" cy="252000"/>
          </a:xfrm>
          <a:prstGeom prst="rect">
            <a:avLst/>
          </a:prstGeom>
        </p:spPr>
      </p:pic>
      <p:pic>
        <p:nvPicPr>
          <p:cNvPr id="47" name="Imagem 46" descr="Ícone&#10;&#10;Descrição gerada automaticamente">
            <a:extLst>
              <a:ext uri="{FF2B5EF4-FFF2-40B4-BE49-F238E27FC236}">
                <a16:creationId xmlns:a16="http://schemas.microsoft.com/office/drawing/2014/main" id="{30853A18-6284-44FB-AC5D-C3650A75093A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679" y="3010180"/>
            <a:ext cx="249840" cy="288000"/>
          </a:xfrm>
          <a:prstGeom prst="rect">
            <a:avLst/>
          </a:prstGeom>
        </p:spPr>
      </p:pic>
      <p:pic>
        <p:nvPicPr>
          <p:cNvPr id="48" name="Imagem 47" descr="Ícone&#10;&#10;Descrição gerada automaticamente">
            <a:extLst>
              <a:ext uri="{FF2B5EF4-FFF2-40B4-BE49-F238E27FC236}">
                <a16:creationId xmlns:a16="http://schemas.microsoft.com/office/drawing/2014/main" id="{25969D40-4A50-4DF1-94E2-FD1A5D35363F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599" y="3639073"/>
            <a:ext cx="252000" cy="215460"/>
          </a:xfrm>
          <a:prstGeom prst="rect">
            <a:avLst/>
          </a:prstGeom>
        </p:spPr>
      </p:pic>
      <p:sp>
        <p:nvSpPr>
          <p:cNvPr id="36" name="Retângulo: Cantos Arredondados 35">
            <a:extLst>
              <a:ext uri="{FF2B5EF4-FFF2-40B4-BE49-F238E27FC236}">
                <a16:creationId xmlns:a16="http://schemas.microsoft.com/office/drawing/2014/main" id="{17C7D7C9-845F-4D5C-86EB-FBFB60CEF691}"/>
              </a:ext>
            </a:extLst>
          </p:cNvPr>
          <p:cNvSpPr/>
          <p:nvPr/>
        </p:nvSpPr>
        <p:spPr>
          <a:xfrm>
            <a:off x="1553180" y="1149787"/>
            <a:ext cx="396000" cy="396000"/>
          </a:xfrm>
          <a:prstGeom prst="roundRect">
            <a:avLst>
              <a:gd name="adj" fmla="val 20000"/>
            </a:avLst>
          </a:prstGeom>
          <a:solidFill>
            <a:srgbClr val="524E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sp>
        <p:nvSpPr>
          <p:cNvPr id="43" name="Retângulo: Cantos Arredondados 42">
            <a:extLst>
              <a:ext uri="{FF2B5EF4-FFF2-40B4-BE49-F238E27FC236}">
                <a16:creationId xmlns:a16="http://schemas.microsoft.com/office/drawing/2014/main" id="{4ADF8051-1D27-4D77-B2B9-0BE9118B256B}"/>
              </a:ext>
            </a:extLst>
          </p:cNvPr>
          <p:cNvSpPr/>
          <p:nvPr/>
        </p:nvSpPr>
        <p:spPr>
          <a:xfrm>
            <a:off x="3460292" y="1149787"/>
            <a:ext cx="396000" cy="396000"/>
          </a:xfrm>
          <a:prstGeom prst="roundRect">
            <a:avLst>
              <a:gd name="adj" fmla="val 20000"/>
            </a:avLst>
          </a:prstGeom>
          <a:solidFill>
            <a:srgbClr val="25D4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 dirty="0"/>
          </a:p>
        </p:txBody>
      </p:sp>
      <p:sp>
        <p:nvSpPr>
          <p:cNvPr id="49" name="Retângulo: Cantos Arredondados 48">
            <a:extLst>
              <a:ext uri="{FF2B5EF4-FFF2-40B4-BE49-F238E27FC236}">
                <a16:creationId xmlns:a16="http://schemas.microsoft.com/office/drawing/2014/main" id="{70BB5B02-65E0-44E9-84F1-C89683414AB1}"/>
              </a:ext>
            </a:extLst>
          </p:cNvPr>
          <p:cNvSpPr/>
          <p:nvPr/>
        </p:nvSpPr>
        <p:spPr>
          <a:xfrm>
            <a:off x="5366626" y="1149787"/>
            <a:ext cx="396000" cy="396000"/>
          </a:xfrm>
          <a:prstGeom prst="roundRect">
            <a:avLst>
              <a:gd name="adj" fmla="val 20000"/>
            </a:avLst>
          </a:prstGeom>
          <a:solidFill>
            <a:srgbClr val="30B1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pic>
        <p:nvPicPr>
          <p:cNvPr id="51" name="Imagem 50" descr="Ícone&#10;&#10;Descrição gerada automaticamente">
            <a:extLst>
              <a:ext uri="{FF2B5EF4-FFF2-40B4-BE49-F238E27FC236}">
                <a16:creationId xmlns:a16="http://schemas.microsoft.com/office/drawing/2014/main" id="{19244009-B494-4DAF-AC4B-AA4774924D0E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9548" y="1239787"/>
            <a:ext cx="248276" cy="216000"/>
          </a:xfrm>
          <a:prstGeom prst="rect">
            <a:avLst/>
          </a:prstGeom>
        </p:spPr>
      </p:pic>
      <p:pic>
        <p:nvPicPr>
          <p:cNvPr id="52" name="Imagem 51" descr="Ícone&#10;&#10;Descrição gerada automaticamente">
            <a:extLst>
              <a:ext uri="{FF2B5EF4-FFF2-40B4-BE49-F238E27FC236}">
                <a16:creationId xmlns:a16="http://schemas.microsoft.com/office/drawing/2014/main" id="{D24608F1-9984-42D6-AC66-D3DA064A3BC8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5218" y="1239787"/>
            <a:ext cx="109080" cy="216000"/>
          </a:xfrm>
          <a:prstGeom prst="rect">
            <a:avLst/>
          </a:prstGeom>
        </p:spPr>
      </p:pic>
      <p:pic>
        <p:nvPicPr>
          <p:cNvPr id="30" name="Imagem 29" descr="Ícone&#10;&#10;Descrição gerada automaticamente">
            <a:extLst>
              <a:ext uri="{FF2B5EF4-FFF2-40B4-BE49-F238E27FC236}">
                <a16:creationId xmlns:a16="http://schemas.microsoft.com/office/drawing/2014/main" id="{3E1CC221-04E0-4ED2-8B33-FFAF12B87706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7626" y="1230787"/>
            <a:ext cx="234000" cy="23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63866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Agrupar 3">
            <a:extLst>
              <a:ext uri="{FF2B5EF4-FFF2-40B4-BE49-F238E27FC236}">
                <a16:creationId xmlns:a16="http://schemas.microsoft.com/office/drawing/2014/main" id="{E9C6A5E6-B97E-46CA-B57C-159F920EDB3C}"/>
              </a:ext>
            </a:extLst>
          </p:cNvPr>
          <p:cNvGrpSpPr/>
          <p:nvPr/>
        </p:nvGrpSpPr>
        <p:grpSpPr>
          <a:xfrm>
            <a:off x="4200525" y="808006"/>
            <a:ext cx="3434595" cy="5241988"/>
            <a:chOff x="8172450" y="533400"/>
            <a:chExt cx="3434595" cy="5241988"/>
          </a:xfrm>
        </p:grpSpPr>
        <p:sp>
          <p:nvSpPr>
            <p:cNvPr id="9" name="Retângulo: Cantos Arredondados 8">
              <a:extLst>
                <a:ext uri="{FF2B5EF4-FFF2-40B4-BE49-F238E27FC236}">
                  <a16:creationId xmlns:a16="http://schemas.microsoft.com/office/drawing/2014/main" id="{8177339B-A71F-46F0-8975-ED53F9AFF07F}"/>
                </a:ext>
              </a:extLst>
            </p:cNvPr>
            <p:cNvSpPr/>
            <p:nvPr/>
          </p:nvSpPr>
          <p:spPr>
            <a:xfrm>
              <a:off x="8172450" y="533400"/>
              <a:ext cx="3434595" cy="5241988"/>
            </a:xfrm>
            <a:prstGeom prst="roundRect">
              <a:avLst>
                <a:gd name="adj" fmla="val 9020"/>
              </a:avLst>
            </a:prstGeom>
            <a:solidFill>
              <a:srgbClr val="524E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2400"/>
            </a:p>
          </p:txBody>
        </p:sp>
        <p:sp>
          <p:nvSpPr>
            <p:cNvPr id="10" name="Retângulo 9">
              <a:extLst>
                <a:ext uri="{FF2B5EF4-FFF2-40B4-BE49-F238E27FC236}">
                  <a16:creationId xmlns:a16="http://schemas.microsoft.com/office/drawing/2014/main" id="{F396664E-14D2-4AFA-9994-562AC187D614}"/>
                </a:ext>
              </a:extLst>
            </p:cNvPr>
            <p:cNvSpPr/>
            <p:nvPr/>
          </p:nvSpPr>
          <p:spPr>
            <a:xfrm>
              <a:off x="8172450" y="1211122"/>
              <a:ext cx="3434595" cy="3886200"/>
            </a:xfrm>
            <a:prstGeom prst="rect">
              <a:avLst/>
            </a:prstGeom>
            <a:solidFill>
              <a:schemeClr val="bg2"/>
            </a:solidFill>
            <a:ln cap="sq">
              <a:noFill/>
              <a:round/>
            </a:ln>
            <a:effectLst>
              <a:softEdge rad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46"/>
              <a:endParaRPr lang="pt-BR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11" name="Retângulo 10">
              <a:extLst>
                <a:ext uri="{FF2B5EF4-FFF2-40B4-BE49-F238E27FC236}">
                  <a16:creationId xmlns:a16="http://schemas.microsoft.com/office/drawing/2014/main" id="{20E8C953-ECEC-4C96-BB71-D0ACB3771D0E}"/>
                </a:ext>
              </a:extLst>
            </p:cNvPr>
            <p:cNvSpPr/>
            <p:nvPr/>
          </p:nvSpPr>
          <p:spPr>
            <a:xfrm>
              <a:off x="8172450" y="4487721"/>
              <a:ext cx="3434595" cy="928253"/>
            </a:xfrm>
            <a:prstGeom prst="rect">
              <a:avLst/>
            </a:prstGeom>
            <a:solidFill>
              <a:srgbClr val="1B1A4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2400" dirty="0">
                <a:solidFill>
                  <a:schemeClr val="lt1"/>
                </a:solidFill>
              </a:endParaRPr>
            </a:p>
          </p:txBody>
        </p:sp>
        <p:sp>
          <p:nvSpPr>
            <p:cNvPr id="12" name="Retângulo 11">
              <a:extLst>
                <a:ext uri="{FF2B5EF4-FFF2-40B4-BE49-F238E27FC236}">
                  <a16:creationId xmlns:a16="http://schemas.microsoft.com/office/drawing/2014/main" id="{013877FA-AF14-479E-84CF-6E65BE593752}"/>
                </a:ext>
              </a:extLst>
            </p:cNvPr>
            <p:cNvSpPr/>
            <p:nvPr/>
          </p:nvSpPr>
          <p:spPr>
            <a:xfrm>
              <a:off x="8172450" y="892186"/>
              <a:ext cx="3434595" cy="471336"/>
            </a:xfrm>
            <a:prstGeom prst="rect">
              <a:avLst/>
            </a:prstGeom>
            <a:solidFill>
              <a:srgbClr val="1B1A4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2400">
                <a:solidFill>
                  <a:schemeClr val="lt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15331149"/>
      </p:ext>
    </p:extLst>
  </p:cSld>
  <p:clrMapOvr>
    <a:masterClrMapping/>
  </p:clrMapOvr>
</p:sld>
</file>

<file path=ppt/theme/theme1.xml><?xml version="1.0" encoding="utf-8"?>
<a:theme xmlns:a="http://schemas.openxmlformats.org/drawingml/2006/main" name="5_Tema do Office">
  <a:themeElements>
    <a:clrScheme name="WS 2 - SAC">
      <a:dk1>
        <a:srgbClr val="23132E"/>
      </a:dk1>
      <a:lt1>
        <a:srgbClr val="F6F1FB"/>
      </a:lt1>
      <a:dk2>
        <a:srgbClr val="9DA2B7"/>
      </a:dk2>
      <a:lt2>
        <a:srgbClr val="FFFFFF"/>
      </a:lt2>
      <a:accent1>
        <a:srgbClr val="6B32D9"/>
      </a:accent1>
      <a:accent2>
        <a:srgbClr val="25D498"/>
      </a:accent2>
      <a:accent3>
        <a:srgbClr val="30B1FE"/>
      </a:accent3>
      <a:accent4>
        <a:srgbClr val="FF8248"/>
      </a:accent4>
      <a:accent5>
        <a:srgbClr val="FC4B7C"/>
      </a:accent5>
      <a:accent6>
        <a:srgbClr val="FFBF11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795</TotalTime>
  <Words>0</Words>
  <Application>Microsoft Office PowerPoint</Application>
  <PresentationFormat>Widescreen</PresentationFormat>
  <Paragraphs>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5_Tema do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Ricardo Neves</dc:creator>
  <cp:lastModifiedBy>mohanned tomple</cp:lastModifiedBy>
  <cp:revision>80</cp:revision>
  <dcterms:created xsi:type="dcterms:W3CDTF">2020-05-27T20:02:15Z</dcterms:created>
  <dcterms:modified xsi:type="dcterms:W3CDTF">2025-10-22T15:33:14Z</dcterms:modified>
</cp:coreProperties>
</file>