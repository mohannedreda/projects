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0" r:id="rId2"/>
    <p:sldId id="27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900"/>
    <a:srgbClr val="F4F4F4"/>
    <a:srgbClr val="9F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3D0F9-4B35-465E-BB4A-EDF267DE65C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2042E-E432-4918-A1EC-F3827C858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967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C533-23E9-3CD1-3A77-2A30C582A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BEF0E-45F8-3DAA-A903-94FA068AD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2EFAB-775F-421A-DD6D-976C8C31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D62DA-9C31-D2D2-910F-5E423646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34057-9102-CF26-EA33-B086F11F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82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46CC-BEF9-516D-42B8-366737F08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C23AF-D365-20C1-5E20-6784F042E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466AE-8611-2C72-15CE-B9A2FA24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72D40-9AF9-1D5A-8460-A87AD3E5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D7BCD-EC79-506D-8C89-A70C43C66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91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0D9E-FC62-4D74-E91F-F4AF43DA2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202B9-6DE9-2F3C-1372-3BACA61FA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34BBA-F58A-7844-2366-0E2B23FD1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66B3A-A92D-0F23-4537-B6C14D5C8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1B84C-4792-C7E9-7F0F-A30117CBF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75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CCFD4-6FE2-B439-49B7-A87C79C18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16E86-7D50-1F57-020D-C83FD1FE9B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E4236-52BB-7931-D165-0D42D3823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DA9F8-C6F5-0113-67A8-28D59A47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2F350-D163-3321-9DDE-DCFE72EB8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62518-6A1B-C40C-89C9-646AE08B3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0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6B980-AAF2-BFF1-0275-72C914AA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3FACF-7AE6-FDC9-4007-C2A96EA57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6C45A-33A5-280B-8994-7BE1DAB4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1B5F52-EFD1-74C2-F174-0074DC5F4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ECDD5A-CC40-88A8-EE70-E04AB56CC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2B085-EA94-B7CD-D4DB-9CBB8F20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A153F-1908-8F67-456B-78ED9F1BC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BDC559-1535-6534-1B8B-2B08E1B53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18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AF07A-FFF4-9F85-CEF8-3854DD32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C372DD-CC7D-FDCB-BFFF-ED88206A3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0C306-49AA-1881-EDA9-E58C69CD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5CB24-2B15-E321-F723-5F00001BF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2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D7E844-7746-AD0D-583D-E5D2B50F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40D85F-99C8-0828-1599-172CED313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3CFDF-DBF7-7DC2-108A-679CEC04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1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C275D-9F30-223B-37F2-6345DAC7B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CFC73-D8E9-307D-5202-3499C6129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1B831-E1AF-E5CD-617D-FEC43922B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ED3C4-5E11-8CBC-6582-F3BF9EEDA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64AEA-EE4B-C945-1DED-E7446505C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3B4F8-BB79-6770-64F8-516B96829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6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8FDB9-B24B-8326-8E2C-A2380D0E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EDA2C8-F1EF-BA04-313E-5FDB1CCEF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C1CF6-6765-3129-18BE-72C971527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28272-C4E8-B2B2-FA10-AF5B92948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9BBF0-B3FA-FCA5-B93A-418FD1A2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5C17F-EB00-F530-4DAA-0543233E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72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8CDC5-500F-6E1E-A3F7-3F6EBA3CC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122E3-20F7-A710-C711-F4D921619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7ADD5-06C8-0F1D-52CD-C2975E7D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75B34-C85D-B432-43FF-F6EB055F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C9E06-463D-3052-D389-E5B890AF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24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0080C-94A0-777D-8D4F-4271E6FF5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EF08E-DD70-39EB-E05D-CC1DA31D2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CAE6-6BCC-80B4-06AE-E46A18D05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659C5-57F6-F8A1-9A40-74DDF9776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22E50-C44E-5AF4-3A19-6132E2DF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58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6A1D42-85E3-D543-8172-F20207FDD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2D296-F061-53CE-B7C4-7A2964840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5D0BB-B97A-A32F-4651-A7A9F55FD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166C9-B2E3-4B0B-9DFC-8ACDEA69C7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96F4F-424A-243E-2D8B-B75E70D53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65E77-15B4-40EC-E0FE-F427E68F9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9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15C7-E8E2-4259-9754-3ACEC35BA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A2819-D068-C434-3AE3-1024C24A1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oogle Shape;9976;p81">
            <a:extLst>
              <a:ext uri="{FF2B5EF4-FFF2-40B4-BE49-F238E27FC236}">
                <a16:creationId xmlns:a16="http://schemas.microsoft.com/office/drawing/2014/main" id="{318DAF70-7B35-20E0-CB36-D63E9F82200B}"/>
              </a:ext>
            </a:extLst>
          </p:cNvPr>
          <p:cNvGrpSpPr/>
          <p:nvPr/>
        </p:nvGrpSpPr>
        <p:grpSpPr>
          <a:xfrm>
            <a:off x="3539102" y="2427549"/>
            <a:ext cx="355099" cy="355481"/>
            <a:chOff x="3539102" y="2427549"/>
            <a:chExt cx="355099" cy="355481"/>
          </a:xfrm>
        </p:grpSpPr>
        <p:sp>
          <p:nvSpPr>
            <p:cNvPr id="5" name="Google Shape;9977;p81">
              <a:extLst>
                <a:ext uri="{FF2B5EF4-FFF2-40B4-BE49-F238E27FC236}">
                  <a16:creationId xmlns:a16="http://schemas.microsoft.com/office/drawing/2014/main" id="{B3B30DE3-C9AC-7560-2B64-481C66E3D371}"/>
                </a:ext>
              </a:extLst>
            </p:cNvPr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978;p81">
              <a:extLst>
                <a:ext uri="{FF2B5EF4-FFF2-40B4-BE49-F238E27FC236}">
                  <a16:creationId xmlns:a16="http://schemas.microsoft.com/office/drawing/2014/main" id="{6EF52C5C-F1CF-1F65-A498-9286537795F5}"/>
                </a:ext>
              </a:extLst>
            </p:cNvPr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1ACC972-B2D3-B9AE-3956-07ED22E9A774}"/>
              </a:ext>
            </a:extLst>
          </p:cNvPr>
          <p:cNvSpPr/>
          <p:nvPr/>
        </p:nvSpPr>
        <p:spPr>
          <a:xfrm>
            <a:off x="-214009" y="0"/>
            <a:ext cx="12406009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5122A6C-66DE-7EDC-A294-476D06ECB061}"/>
              </a:ext>
            </a:extLst>
          </p:cNvPr>
          <p:cNvSpPr/>
          <p:nvPr/>
        </p:nvSpPr>
        <p:spPr>
          <a:xfrm>
            <a:off x="1285079" y="3957230"/>
            <a:ext cx="10636874" cy="274512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31BBE47-D3CA-5373-6C5D-0C1FA8E5FF46}"/>
              </a:ext>
            </a:extLst>
          </p:cNvPr>
          <p:cNvSpPr/>
          <p:nvPr/>
        </p:nvSpPr>
        <p:spPr>
          <a:xfrm>
            <a:off x="20898" y="1680620"/>
            <a:ext cx="739194" cy="403697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6EEC466-1AAC-F96A-58BD-2DC42788F395}"/>
              </a:ext>
            </a:extLst>
          </p:cNvPr>
          <p:cNvSpPr/>
          <p:nvPr/>
        </p:nvSpPr>
        <p:spPr>
          <a:xfrm>
            <a:off x="-229915" y="3716643"/>
            <a:ext cx="1192696" cy="616811"/>
          </a:xfrm>
          <a:prstGeom prst="round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EAE6ADC-5FC6-D985-1FD3-A810BBB39091}"/>
              </a:ext>
            </a:extLst>
          </p:cNvPr>
          <p:cNvSpPr/>
          <p:nvPr/>
        </p:nvSpPr>
        <p:spPr>
          <a:xfrm>
            <a:off x="-205853" y="2820043"/>
            <a:ext cx="1192696" cy="616811"/>
          </a:xfrm>
          <a:prstGeom prst="round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90EB494-D807-B9E1-0E31-B4D42D0FDA8D}"/>
              </a:ext>
            </a:extLst>
          </p:cNvPr>
          <p:cNvSpPr/>
          <p:nvPr/>
        </p:nvSpPr>
        <p:spPr>
          <a:xfrm>
            <a:off x="-229915" y="4733148"/>
            <a:ext cx="1192696" cy="616811"/>
          </a:xfrm>
          <a:prstGeom prst="round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96E47C0-FB98-1572-6921-59E2F2853FF1}"/>
              </a:ext>
            </a:extLst>
          </p:cNvPr>
          <p:cNvSpPr/>
          <p:nvPr/>
        </p:nvSpPr>
        <p:spPr>
          <a:xfrm>
            <a:off x="-229915" y="1923443"/>
            <a:ext cx="1192696" cy="616811"/>
          </a:xfrm>
          <a:prstGeom prst="round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6549FE6-D5A8-B981-BB0E-B30DA4598BF4}"/>
              </a:ext>
            </a:extLst>
          </p:cNvPr>
          <p:cNvSpPr/>
          <p:nvPr/>
        </p:nvSpPr>
        <p:spPr>
          <a:xfrm>
            <a:off x="6096001" y="64836"/>
            <a:ext cx="5825952" cy="144031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331052F-DAED-D88E-0564-8067DEEBBC09}"/>
              </a:ext>
            </a:extLst>
          </p:cNvPr>
          <p:cNvSpPr/>
          <p:nvPr/>
        </p:nvSpPr>
        <p:spPr>
          <a:xfrm>
            <a:off x="20898" y="57740"/>
            <a:ext cx="5835154" cy="144031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E50E2A8-3BD4-6EA7-3DD8-471FB170B31F}"/>
              </a:ext>
            </a:extLst>
          </p:cNvPr>
          <p:cNvSpPr/>
          <p:nvPr/>
        </p:nvSpPr>
        <p:spPr>
          <a:xfrm>
            <a:off x="10109366" y="1755122"/>
            <a:ext cx="1812587" cy="187431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F1D8F49-C42A-856D-3F31-5F6E7E0A9CD5}"/>
              </a:ext>
            </a:extLst>
          </p:cNvPr>
          <p:cNvSpPr/>
          <p:nvPr/>
        </p:nvSpPr>
        <p:spPr>
          <a:xfrm>
            <a:off x="1285079" y="1732007"/>
            <a:ext cx="1800556" cy="187431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B05EA06-257D-04F7-0CE7-B38C9D454B55}"/>
              </a:ext>
            </a:extLst>
          </p:cNvPr>
          <p:cNvSpPr/>
          <p:nvPr/>
        </p:nvSpPr>
        <p:spPr>
          <a:xfrm>
            <a:off x="8156469" y="1732007"/>
            <a:ext cx="1812587" cy="187431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66493A0-9EC7-6143-5D32-E35DE6ABFF1B}"/>
              </a:ext>
            </a:extLst>
          </p:cNvPr>
          <p:cNvSpPr/>
          <p:nvPr/>
        </p:nvSpPr>
        <p:spPr>
          <a:xfrm>
            <a:off x="3237974" y="1732007"/>
            <a:ext cx="1812587" cy="187431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D4852CC-FBFF-301A-C441-AA62546CAAFE}"/>
              </a:ext>
            </a:extLst>
          </p:cNvPr>
          <p:cNvSpPr/>
          <p:nvPr/>
        </p:nvSpPr>
        <p:spPr>
          <a:xfrm>
            <a:off x="5202900" y="1732007"/>
            <a:ext cx="2801230" cy="187431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063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39775-3CA5-884B-7B9C-E0C3F0647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64F57EF-2944-7D92-7DC2-B2EEA3999F63}"/>
              </a:ext>
            </a:extLst>
          </p:cNvPr>
          <p:cNvSpPr/>
          <p:nvPr/>
        </p:nvSpPr>
        <p:spPr>
          <a:xfrm>
            <a:off x="-214009" y="-19455"/>
            <a:ext cx="12480588" cy="765566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9D9707-AFF8-D041-CB58-03223F34B403}"/>
              </a:ext>
            </a:extLst>
          </p:cNvPr>
          <p:cNvSpPr/>
          <p:nvPr/>
        </p:nvSpPr>
        <p:spPr>
          <a:xfrm>
            <a:off x="20898" y="1680620"/>
            <a:ext cx="739194" cy="403697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161ED9-B3B0-9F4B-3082-EFAF9352BBD0}"/>
              </a:ext>
            </a:extLst>
          </p:cNvPr>
          <p:cNvSpPr/>
          <p:nvPr/>
        </p:nvSpPr>
        <p:spPr>
          <a:xfrm>
            <a:off x="1254042" y="85068"/>
            <a:ext cx="1908943" cy="1371090"/>
          </a:xfrm>
          <a:prstGeom prst="roundRect">
            <a:avLst>
              <a:gd name="adj" fmla="val 28270"/>
            </a:avLst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7FCE2D-3350-E91E-F4EF-0D1659A95851}"/>
              </a:ext>
            </a:extLst>
          </p:cNvPr>
          <p:cNvSpPr/>
          <p:nvPr/>
        </p:nvSpPr>
        <p:spPr>
          <a:xfrm>
            <a:off x="6721398" y="1631850"/>
            <a:ext cx="5395330" cy="247315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611A77A-E907-FA04-0B8A-1B751841F82A}"/>
              </a:ext>
            </a:extLst>
          </p:cNvPr>
          <p:cNvSpPr/>
          <p:nvPr/>
        </p:nvSpPr>
        <p:spPr>
          <a:xfrm>
            <a:off x="1113006" y="1680620"/>
            <a:ext cx="5395330" cy="247315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9983927-6F28-FC9D-3CF9-5D8FE8ACE0A0}"/>
              </a:ext>
            </a:extLst>
          </p:cNvPr>
          <p:cNvSpPr/>
          <p:nvPr/>
        </p:nvSpPr>
        <p:spPr>
          <a:xfrm>
            <a:off x="5737304" y="85068"/>
            <a:ext cx="1908943" cy="1371090"/>
          </a:xfrm>
          <a:prstGeom prst="roundRect">
            <a:avLst>
              <a:gd name="adj" fmla="val 28270"/>
            </a:avLst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4169D67-F0BC-7B32-29B8-5A06A3837907}"/>
              </a:ext>
            </a:extLst>
          </p:cNvPr>
          <p:cNvSpPr/>
          <p:nvPr/>
        </p:nvSpPr>
        <p:spPr>
          <a:xfrm>
            <a:off x="3495673" y="85068"/>
            <a:ext cx="1908943" cy="1371090"/>
          </a:xfrm>
          <a:prstGeom prst="roundRect">
            <a:avLst>
              <a:gd name="adj" fmla="val 28270"/>
            </a:avLst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8234865-E340-D289-0D8A-87E3A4907277}"/>
              </a:ext>
            </a:extLst>
          </p:cNvPr>
          <p:cNvSpPr/>
          <p:nvPr/>
        </p:nvSpPr>
        <p:spPr>
          <a:xfrm>
            <a:off x="-229915" y="3716643"/>
            <a:ext cx="1192696" cy="616811"/>
          </a:xfrm>
          <a:prstGeom prst="round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8B2F35-AABB-6734-0642-667153F3A99E}"/>
              </a:ext>
            </a:extLst>
          </p:cNvPr>
          <p:cNvSpPr/>
          <p:nvPr/>
        </p:nvSpPr>
        <p:spPr>
          <a:xfrm>
            <a:off x="6734180" y="4290530"/>
            <a:ext cx="5395330" cy="247315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4326539-B514-78D7-F641-91B62F7AD890}"/>
              </a:ext>
            </a:extLst>
          </p:cNvPr>
          <p:cNvSpPr/>
          <p:nvPr/>
        </p:nvSpPr>
        <p:spPr>
          <a:xfrm>
            <a:off x="1136694" y="4299778"/>
            <a:ext cx="5395330" cy="247315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168B96-F1B3-DF12-95EF-0419C9BC451F}"/>
              </a:ext>
            </a:extLst>
          </p:cNvPr>
          <p:cNvSpPr/>
          <p:nvPr/>
        </p:nvSpPr>
        <p:spPr>
          <a:xfrm>
            <a:off x="-205853" y="2820043"/>
            <a:ext cx="1192696" cy="616811"/>
          </a:xfrm>
          <a:prstGeom prst="round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19F42C-3CE5-A692-B548-A32684A1D652}"/>
              </a:ext>
            </a:extLst>
          </p:cNvPr>
          <p:cNvSpPr/>
          <p:nvPr/>
        </p:nvSpPr>
        <p:spPr>
          <a:xfrm>
            <a:off x="-229915" y="4733148"/>
            <a:ext cx="1192696" cy="616811"/>
          </a:xfrm>
          <a:prstGeom prst="round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377730-849F-60E8-680E-279EB7BE9935}"/>
              </a:ext>
            </a:extLst>
          </p:cNvPr>
          <p:cNvSpPr/>
          <p:nvPr/>
        </p:nvSpPr>
        <p:spPr>
          <a:xfrm>
            <a:off x="7978935" y="85068"/>
            <a:ext cx="1908943" cy="1371090"/>
          </a:xfrm>
          <a:prstGeom prst="roundRect">
            <a:avLst>
              <a:gd name="adj" fmla="val 28270"/>
            </a:avLst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6B5EA4-BE3C-9E41-4322-30E964B61A80}"/>
              </a:ext>
            </a:extLst>
          </p:cNvPr>
          <p:cNvSpPr/>
          <p:nvPr/>
        </p:nvSpPr>
        <p:spPr>
          <a:xfrm>
            <a:off x="10220567" y="120653"/>
            <a:ext cx="1908943" cy="1371090"/>
          </a:xfrm>
          <a:prstGeom prst="roundRect">
            <a:avLst>
              <a:gd name="adj" fmla="val 28270"/>
            </a:avLst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B7C9E9-E2BA-9FFA-AA17-726052B871CE}"/>
              </a:ext>
            </a:extLst>
          </p:cNvPr>
          <p:cNvSpPr/>
          <p:nvPr/>
        </p:nvSpPr>
        <p:spPr>
          <a:xfrm>
            <a:off x="-229915" y="1923443"/>
            <a:ext cx="1192696" cy="616811"/>
          </a:xfrm>
          <a:prstGeom prst="round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23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000</Template>
  <TotalTime>211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Yasmine kodwa</dc:creator>
  <cp:lastModifiedBy>mohanned mansour</cp:lastModifiedBy>
  <cp:revision>15</cp:revision>
  <dcterms:created xsi:type="dcterms:W3CDTF">2025-11-27T06:50:03Z</dcterms:created>
  <dcterms:modified xsi:type="dcterms:W3CDTF">2026-01-27T22:20:50Z</dcterms:modified>
</cp:coreProperties>
</file>